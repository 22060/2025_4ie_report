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3"/>
  </p:notesMasterIdLst>
  <p:handoutMasterIdLst>
    <p:handoutMasterId r:id="rId24"/>
  </p:handoutMasterIdLst>
  <p:sldIdLst>
    <p:sldId id="256" r:id="rId5"/>
    <p:sldId id="3849" r:id="rId6"/>
    <p:sldId id="3853" r:id="rId7"/>
    <p:sldId id="3852" r:id="rId8"/>
    <p:sldId id="3854" r:id="rId9"/>
    <p:sldId id="3855" r:id="rId10"/>
    <p:sldId id="3856" r:id="rId11"/>
    <p:sldId id="3857" r:id="rId12"/>
    <p:sldId id="3862" r:id="rId13"/>
    <p:sldId id="3844" r:id="rId14"/>
    <p:sldId id="261" r:id="rId15"/>
    <p:sldId id="3859" r:id="rId16"/>
    <p:sldId id="3860" r:id="rId17"/>
    <p:sldId id="3863" r:id="rId18"/>
    <p:sldId id="3861" r:id="rId19"/>
    <p:sldId id="269" r:id="rId20"/>
    <p:sldId id="3846" r:id="rId21"/>
    <p:sldId id="3847" r:id="rId22"/>
  </p:sldIdLst>
  <p:sldSz cx="12192000" cy="6858000"/>
  <p:notesSz cx="6858000" cy="9144000"/>
  <p:defaultTextStyle>
    <a:defPPr rtl="0">
      <a:defRPr lang="ja-JP"/>
    </a:defPPr>
    <a:lvl1pPr marL="0" algn="l" defTabSz="914400" rtl="0" eaLnBrk="1" latinLnBrk="0" hangingPunct="1">
      <a:defRPr lang="ja-JP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ja-JP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ja-JP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ja-JP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ja-JP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ja-JP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ja-JP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ja-JP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ja-JP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92" autoAdjust="0"/>
    <p:restoredTop sz="94694" autoAdjust="0"/>
  </p:normalViewPr>
  <p:slideViewPr>
    <p:cSldViewPr snapToGrid="0">
      <p:cViewPr varScale="1">
        <p:scale>
          <a:sx n="99" d="100"/>
          <a:sy n="99" d="100"/>
        </p:scale>
        <p:origin x="912" y="90"/>
      </p:cViewPr>
      <p:guideLst/>
    </p:cSldViewPr>
  </p:slideViewPr>
  <p:outlineViewPr>
    <p:cViewPr>
      <p:scale>
        <a:sx n="33" d="100"/>
        <a:sy n="33" d="100"/>
      </p:scale>
      <p:origin x="0" y="-37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57"/>
    </p:cViewPr>
  </p:sorterViewPr>
  <p:notesViewPr>
    <p:cSldViewPr snapToGrid="0">
      <p:cViewPr>
        <p:scale>
          <a:sx n="80" d="100"/>
          <a:sy n="80" d="100"/>
        </p:scale>
        <p:origin x="4002" y="15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Relationship Id="rId30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ke Test User" userId="SID-0" providerId="Test" clId="FakeClientId"/>
    <pc:docChg chg="modSld modMainMaster modNotesMaster modHandout">
      <pc:chgData name="Fake Test User" userId="SID-0" providerId="Test" clId="FakeClientId" dt="2024-03-06T06:55:51.874" v="22" actId="1076"/>
      <pc:docMkLst>
        <pc:docMk/>
      </pc:docMkLst>
      <pc:sldChg chg="modSp mod">
        <pc:chgData name="Fake Test User" userId="SID-0" providerId="Test" clId="FakeClientId" dt="2024-03-06T06:55:00.920" v="17" actId="2711"/>
        <pc:sldMkLst>
          <pc:docMk/>
          <pc:sldMk cId="3604630649" sldId="267"/>
        </pc:sldMkLst>
        <pc:graphicFrameChg chg="modGraphic">
          <ac:chgData name="Fake Test User" userId="SID-0" providerId="Test" clId="FakeClientId" dt="2024-03-06T06:55:00.920" v="17" actId="2711"/>
          <ac:graphicFrameMkLst>
            <pc:docMk/>
            <pc:sldMk cId="3604630649" sldId="267"/>
            <ac:graphicFrameMk id="4" creationId="{0519CAC4-33D8-0B1E-88FF-086E69894AFB}"/>
          </ac:graphicFrameMkLst>
        </pc:graphicFrameChg>
      </pc:sldChg>
      <pc:sldChg chg="modSp mod">
        <pc:chgData name="Fake Test User" userId="SID-0" providerId="Test" clId="FakeClientId" dt="2024-03-06T06:55:15.733" v="19" actId="14100"/>
        <pc:sldMkLst>
          <pc:docMk/>
          <pc:sldMk cId="4259977132" sldId="268"/>
        </pc:sldMkLst>
        <pc:spChg chg="mod">
          <ac:chgData name="Fake Test User" userId="SID-0" providerId="Test" clId="FakeClientId" dt="2024-03-06T06:55:15.733" v="19" actId="14100"/>
          <ac:spMkLst>
            <pc:docMk/>
            <pc:sldMk cId="4259977132" sldId="268"/>
            <ac:spMk id="8" creationId="{215CE58D-2739-522B-7C3A-6A7C985360C0}"/>
          </ac:spMkLst>
        </pc:spChg>
        <pc:graphicFrameChg chg="modGraphic">
          <ac:chgData name="Fake Test User" userId="SID-0" providerId="Test" clId="FakeClientId" dt="2024-03-06T06:55:12.124" v="18" actId="2711"/>
          <ac:graphicFrameMkLst>
            <pc:docMk/>
            <pc:sldMk cId="4259977132" sldId="268"/>
            <ac:graphicFrameMk id="3" creationId="{F01CF5D3-D3B1-1944-CFDF-D8EE11DE42AA}"/>
          </ac:graphicFrameMkLst>
        </pc:graphicFrameChg>
      </pc:sldChg>
      <pc:sldChg chg="modSp mod">
        <pc:chgData name="Fake Test User" userId="SID-0" providerId="Test" clId="FakeClientId" dt="2024-03-06T06:55:51.874" v="22" actId="1076"/>
        <pc:sldMkLst>
          <pc:docMk/>
          <pc:sldMk cId="1756128041" sldId="3844"/>
        </pc:sldMkLst>
        <pc:spChg chg="mod">
          <ac:chgData name="Fake Test User" userId="SID-0" providerId="Test" clId="FakeClientId" dt="2024-03-06T06:55:51.874" v="22" actId="1076"/>
          <ac:spMkLst>
            <pc:docMk/>
            <pc:sldMk cId="1756128041" sldId="3844"/>
            <ac:spMk id="3" creationId="{A0034E89-1952-5288-08A0-70A4A73BE39E}"/>
          </ac:spMkLst>
        </pc:spChg>
      </pc:sldChg>
      <pc:sldMasterChg chg="modSp mod modSldLayout">
        <pc:chgData name="Fake Test User" userId="SID-0" providerId="Test" clId="FakeClientId" dt="2024-03-06T06:54:36.998" v="16" actId="2711"/>
        <pc:sldMasterMkLst>
          <pc:docMk/>
          <pc:sldMasterMk cId="1965934658" sldId="2147483648"/>
        </pc:sldMasterMkLst>
        <pc:spChg chg="mod">
          <ac:chgData name="Fake Test User" userId="SID-0" providerId="Test" clId="FakeClientId" dt="2024-03-06T06:54:36.998" v="16" actId="2711"/>
          <ac:spMkLst>
            <pc:docMk/>
            <pc:sldMasterMk cId="1965934658" sldId="2147483648"/>
            <ac:spMk id="4" creationId="{C319819E-0266-97DD-DFD1-BAAA06AE3236}"/>
          </ac:spMkLst>
        </pc:spChg>
        <pc:spChg chg="mod">
          <ac:chgData name="Fake Test User" userId="SID-0" providerId="Test" clId="FakeClientId" dt="2024-03-06T06:54:36.998" v="16" actId="2711"/>
          <ac:spMkLst>
            <pc:docMk/>
            <pc:sldMasterMk cId="1965934658" sldId="2147483648"/>
            <ac:spMk id="5" creationId="{2BFD19C9-01CE-9E2A-CDA5-C15940F055F7}"/>
          </ac:spMkLst>
        </pc:spChg>
        <pc:spChg chg="mod">
          <ac:chgData name="Fake Test User" userId="SID-0" providerId="Test" clId="FakeClientId" dt="2024-03-06T06:54:36.998" v="16" actId="2711"/>
          <ac:spMkLst>
            <pc:docMk/>
            <pc:sldMasterMk cId="1965934658" sldId="2147483648"/>
            <ac:spMk id="6" creationId="{A1801085-7B28-048D-E3D3-9C3614268DA7}"/>
          </ac:spMkLst>
        </pc:spChg>
        <pc:sldLayoutChg chg="modSp mod">
          <pc:chgData name="Fake Test User" userId="SID-0" providerId="Test" clId="FakeClientId" dt="2024-03-06T06:53:47.091" v="10" actId="2711"/>
          <pc:sldLayoutMkLst>
            <pc:docMk/>
            <pc:sldMasterMk cId="1965934658" sldId="2147483648"/>
            <pc:sldLayoutMk cId="1563727740" sldId="2147483649"/>
          </pc:sldLayoutMkLst>
          <pc:spChg chg="mod">
            <ac:chgData name="Fake Test User" userId="SID-0" providerId="Test" clId="FakeClientId" dt="2024-03-06T06:53:47.091" v="10" actId="2711"/>
            <ac:spMkLst>
              <pc:docMk/>
              <pc:sldMasterMk cId="1965934658" sldId="2147483648"/>
              <pc:sldLayoutMk cId="1563727740" sldId="2147483649"/>
              <ac:spMk id="2" creationId="{32772C41-A024-2F33-1F04-21E003FA7291}"/>
            </ac:spMkLst>
          </pc:spChg>
          <pc:spChg chg="mod">
            <ac:chgData name="Fake Test User" userId="SID-0" providerId="Test" clId="FakeClientId" dt="2024-03-06T06:53:47.091" v="10" actId="2711"/>
            <ac:spMkLst>
              <pc:docMk/>
              <pc:sldMasterMk cId="1965934658" sldId="2147483648"/>
              <pc:sldLayoutMk cId="1563727740" sldId="2147483649"/>
              <ac:spMk id="3" creationId="{473BC2DF-9C2A-052C-AD2C-0A8ABAA50374}"/>
            </ac:spMkLst>
          </pc:spChg>
          <pc:spChg chg="mod">
            <ac:chgData name="Fake Test User" userId="SID-0" providerId="Test" clId="FakeClientId" dt="2024-03-06T06:53:47.091" v="10" actId="2711"/>
            <ac:spMkLst>
              <pc:docMk/>
              <pc:sldMasterMk cId="1965934658" sldId="2147483648"/>
              <pc:sldLayoutMk cId="1563727740" sldId="2147483649"/>
              <ac:spMk id="4" creationId="{C0070940-5919-2C95-2278-32E50BF14DD1}"/>
            </ac:spMkLst>
          </pc:spChg>
          <pc:spChg chg="mod">
            <ac:chgData name="Fake Test User" userId="SID-0" providerId="Test" clId="FakeClientId" dt="2024-03-06T06:53:47.091" v="10" actId="2711"/>
            <ac:spMkLst>
              <pc:docMk/>
              <pc:sldMasterMk cId="1965934658" sldId="2147483648"/>
              <pc:sldLayoutMk cId="1563727740" sldId="2147483649"/>
              <ac:spMk id="5" creationId="{1957D599-49CF-19FE-6D86-C5EDB765F413}"/>
            </ac:spMkLst>
          </pc:spChg>
          <pc:spChg chg="mod">
            <ac:chgData name="Fake Test User" userId="SID-0" providerId="Test" clId="FakeClientId" dt="2024-03-06T06:53:47.091" v="10" actId="2711"/>
            <ac:spMkLst>
              <pc:docMk/>
              <pc:sldMasterMk cId="1965934658" sldId="2147483648"/>
              <pc:sldLayoutMk cId="1563727740" sldId="2147483649"/>
              <ac:spMk id="6" creationId="{28931DF1-1C8D-86B9-BFDD-098FFC00FDC2}"/>
            </ac:spMkLst>
          </pc:spChg>
          <pc:spChg chg="mod">
            <ac:chgData name="Fake Test User" userId="SID-0" providerId="Test" clId="FakeClientId" dt="2024-03-06T06:53:47.091" v="10" actId="2711"/>
            <ac:spMkLst>
              <pc:docMk/>
              <pc:sldMasterMk cId="1965934658" sldId="2147483648"/>
              <pc:sldLayoutMk cId="1563727740" sldId="2147483649"/>
              <ac:spMk id="7" creationId="{7DF76A42-387B-8D66-1214-D40462070066}"/>
            </ac:spMkLst>
          </pc:spChg>
          <pc:spChg chg="mod">
            <ac:chgData name="Fake Test User" userId="SID-0" providerId="Test" clId="FakeClientId" dt="2024-03-06T06:53:47.091" v="10" actId="2711"/>
            <ac:spMkLst>
              <pc:docMk/>
              <pc:sldMasterMk cId="1965934658" sldId="2147483648"/>
              <pc:sldLayoutMk cId="1563727740" sldId="2147483649"/>
              <ac:spMk id="9" creationId="{E9644D21-8793-9A96-F305-5D20EE342B26}"/>
            </ac:spMkLst>
          </pc:spChg>
          <pc:spChg chg="mod">
            <ac:chgData name="Fake Test User" userId="SID-0" providerId="Test" clId="FakeClientId" dt="2024-03-06T06:53:47.091" v="10" actId="2711"/>
            <ac:spMkLst>
              <pc:docMk/>
              <pc:sldMasterMk cId="1965934658" sldId="2147483648"/>
              <pc:sldLayoutMk cId="1563727740" sldId="2147483649"/>
              <ac:spMk id="10" creationId="{DF8D7AEF-C845-09F0-F31C-20B32BBA1EBA}"/>
            </ac:spMkLst>
          </pc:spChg>
          <pc:spChg chg="mod">
            <ac:chgData name="Fake Test User" userId="SID-0" providerId="Test" clId="FakeClientId" dt="2024-03-06T06:53:47.091" v="10" actId="2711"/>
            <ac:spMkLst>
              <pc:docMk/>
              <pc:sldMasterMk cId="1965934658" sldId="2147483648"/>
              <pc:sldLayoutMk cId="1563727740" sldId="2147483649"/>
              <ac:spMk id="11" creationId="{5F9D44CB-887B-C74D-3E96-5607E84DAEFF}"/>
            </ac:spMkLst>
          </pc:spChg>
          <pc:spChg chg="mod">
            <ac:chgData name="Fake Test User" userId="SID-0" providerId="Test" clId="FakeClientId" dt="2024-03-06T06:53:47.091" v="10" actId="2711"/>
            <ac:spMkLst>
              <pc:docMk/>
              <pc:sldMasterMk cId="1965934658" sldId="2147483648"/>
              <pc:sldLayoutMk cId="1563727740" sldId="2147483649"/>
              <ac:spMk id="14" creationId="{87D193F4-2337-0048-1BE7-C9A8154191F9}"/>
            </ac:spMkLst>
          </pc:spChg>
        </pc:sldLayoutChg>
        <pc:sldLayoutChg chg="modSp mod">
          <pc:chgData name="Fake Test User" userId="SID-0" providerId="Test" clId="FakeClientId" dt="2024-03-06T06:53:54.826" v="11" actId="2711"/>
          <pc:sldLayoutMkLst>
            <pc:docMk/>
            <pc:sldMasterMk cId="1965934658" sldId="2147483648"/>
            <pc:sldLayoutMk cId="2587894702" sldId="2147483650"/>
          </pc:sldLayoutMkLst>
          <pc:spChg chg="mod">
            <ac:chgData name="Fake Test User" userId="SID-0" providerId="Test" clId="FakeClientId" dt="2024-03-06T06:53:54.826" v="11" actId="2711"/>
            <ac:spMkLst>
              <pc:docMk/>
              <pc:sldMasterMk cId="1965934658" sldId="2147483648"/>
              <pc:sldLayoutMk cId="2587894702" sldId="2147483650"/>
              <ac:spMk id="2" creationId="{F657BD59-35CC-9BB3-8621-6FA3356F81AA}"/>
            </ac:spMkLst>
          </pc:spChg>
          <pc:spChg chg="mod">
            <ac:chgData name="Fake Test User" userId="SID-0" providerId="Test" clId="FakeClientId" dt="2024-03-06T06:53:54.826" v="11" actId="2711"/>
            <ac:spMkLst>
              <pc:docMk/>
              <pc:sldMasterMk cId="1965934658" sldId="2147483648"/>
              <pc:sldLayoutMk cId="2587894702" sldId="2147483650"/>
              <ac:spMk id="4" creationId="{8C56EB0F-63C8-5F75-A333-3413A9DC6F76}"/>
            </ac:spMkLst>
          </pc:spChg>
          <pc:spChg chg="mod">
            <ac:chgData name="Fake Test User" userId="SID-0" providerId="Test" clId="FakeClientId" dt="2024-03-06T06:53:54.826" v="11" actId="2711"/>
            <ac:spMkLst>
              <pc:docMk/>
              <pc:sldMasterMk cId="1965934658" sldId="2147483648"/>
              <pc:sldLayoutMk cId="2587894702" sldId="2147483650"/>
              <ac:spMk id="5" creationId="{4D4DE333-25B4-E092-1CC4-C3D20BA25168}"/>
            </ac:spMkLst>
          </pc:spChg>
          <pc:spChg chg="mod">
            <ac:chgData name="Fake Test User" userId="SID-0" providerId="Test" clId="FakeClientId" dt="2024-03-06T06:53:54.826" v="11" actId="2711"/>
            <ac:spMkLst>
              <pc:docMk/>
              <pc:sldMasterMk cId="1965934658" sldId="2147483648"/>
              <pc:sldLayoutMk cId="2587894702" sldId="2147483650"/>
              <ac:spMk id="6" creationId="{8F1AF200-E81F-A326-0EDB-4B93C71D9BF4}"/>
            </ac:spMkLst>
          </pc:spChg>
          <pc:spChg chg="mod">
            <ac:chgData name="Fake Test User" userId="SID-0" providerId="Test" clId="FakeClientId" dt="2024-03-06T06:53:54.826" v="11" actId="2711"/>
            <ac:spMkLst>
              <pc:docMk/>
              <pc:sldMasterMk cId="1965934658" sldId="2147483648"/>
              <pc:sldLayoutMk cId="2587894702" sldId="2147483650"/>
              <ac:spMk id="7" creationId="{438B6FA2-AF11-618E-2B1A-38BF083DF340}"/>
            </ac:spMkLst>
          </pc:spChg>
          <pc:spChg chg="mod">
            <ac:chgData name="Fake Test User" userId="SID-0" providerId="Test" clId="FakeClientId" dt="2024-03-06T06:53:54.826" v="11" actId="2711"/>
            <ac:spMkLst>
              <pc:docMk/>
              <pc:sldMasterMk cId="1965934658" sldId="2147483648"/>
              <pc:sldLayoutMk cId="2587894702" sldId="2147483650"/>
              <ac:spMk id="8" creationId="{A269A8D8-A4AE-CEFF-E928-7DB1CFB3E401}"/>
            </ac:spMkLst>
          </pc:spChg>
          <pc:spChg chg="mod">
            <ac:chgData name="Fake Test User" userId="SID-0" providerId="Test" clId="FakeClientId" dt="2024-03-06T06:53:54.826" v="11" actId="2711"/>
            <ac:spMkLst>
              <pc:docMk/>
              <pc:sldMasterMk cId="1965934658" sldId="2147483648"/>
              <pc:sldLayoutMk cId="2587894702" sldId="2147483650"/>
              <ac:spMk id="11" creationId="{15418837-E689-97BE-9FAD-FEDBD599EBAD}"/>
            </ac:spMkLst>
          </pc:spChg>
          <pc:spChg chg="mod">
            <ac:chgData name="Fake Test User" userId="SID-0" providerId="Test" clId="FakeClientId" dt="2024-03-06T06:53:54.826" v="11" actId="2711"/>
            <ac:spMkLst>
              <pc:docMk/>
              <pc:sldMasterMk cId="1965934658" sldId="2147483648"/>
              <pc:sldLayoutMk cId="2587894702" sldId="2147483650"/>
              <ac:spMk id="13" creationId="{E3FB7D8D-37C3-E089-EC02-FB49A13CBE1D}"/>
            </ac:spMkLst>
          </pc:spChg>
        </pc:sldLayoutChg>
        <pc:sldLayoutChg chg="modSp mod">
          <pc:chgData name="Fake Test User" userId="SID-0" providerId="Test" clId="FakeClientId" dt="2024-03-06T06:53:05.294" v="7" actId="2711"/>
          <pc:sldLayoutMkLst>
            <pc:docMk/>
            <pc:sldMasterMk cId="1965934658" sldId="2147483648"/>
            <pc:sldLayoutMk cId="2845438103" sldId="2147483652"/>
          </pc:sldLayoutMkLst>
          <pc:spChg chg="mod">
            <ac:chgData name="Fake Test User" userId="SID-0" providerId="Test" clId="FakeClientId" dt="2024-03-06T06:53:05.294" v="7" actId="2711"/>
            <ac:spMkLst>
              <pc:docMk/>
              <pc:sldMasterMk cId="1965934658" sldId="2147483648"/>
              <pc:sldLayoutMk cId="2845438103" sldId="2147483652"/>
              <ac:spMk id="2" creationId="{0C40C44A-93E6-6C58-5E88-AFDC594EC27A}"/>
            </ac:spMkLst>
          </pc:spChg>
          <pc:spChg chg="mod">
            <ac:chgData name="Fake Test User" userId="SID-0" providerId="Test" clId="FakeClientId" dt="2024-03-06T06:53:05.294" v="7" actId="2711"/>
            <ac:spMkLst>
              <pc:docMk/>
              <pc:sldMasterMk cId="1965934658" sldId="2147483648"/>
              <pc:sldLayoutMk cId="2845438103" sldId="2147483652"/>
              <ac:spMk id="3" creationId="{0C813049-5F46-053E-6279-8183259649A6}"/>
            </ac:spMkLst>
          </pc:spChg>
          <pc:spChg chg="mod">
            <ac:chgData name="Fake Test User" userId="SID-0" providerId="Test" clId="FakeClientId" dt="2024-03-06T06:53:05.294" v="7" actId="2711"/>
            <ac:spMkLst>
              <pc:docMk/>
              <pc:sldMasterMk cId="1965934658" sldId="2147483648"/>
              <pc:sldLayoutMk cId="2845438103" sldId="2147483652"/>
              <ac:spMk id="5" creationId="{C6CFCEB5-4092-FD13-478E-51CD74FDB82E}"/>
            </ac:spMkLst>
          </pc:spChg>
          <pc:spChg chg="mod">
            <ac:chgData name="Fake Test User" userId="SID-0" providerId="Test" clId="FakeClientId" dt="2024-03-06T06:53:05.294" v="7" actId="2711"/>
            <ac:spMkLst>
              <pc:docMk/>
              <pc:sldMasterMk cId="1965934658" sldId="2147483648"/>
              <pc:sldLayoutMk cId="2845438103" sldId="2147483652"/>
              <ac:spMk id="6" creationId="{5D077A4D-E7C0-912D-293F-D93F0CB5CA49}"/>
            </ac:spMkLst>
          </pc:spChg>
          <pc:spChg chg="mod">
            <ac:chgData name="Fake Test User" userId="SID-0" providerId="Test" clId="FakeClientId" dt="2024-03-06T06:53:05.294" v="7" actId="2711"/>
            <ac:spMkLst>
              <pc:docMk/>
              <pc:sldMasterMk cId="1965934658" sldId="2147483648"/>
              <pc:sldLayoutMk cId="2845438103" sldId="2147483652"/>
              <ac:spMk id="7" creationId="{CA6AA9E1-334B-5F8F-8A92-67DD095F7838}"/>
            </ac:spMkLst>
          </pc:spChg>
          <pc:spChg chg="mod">
            <ac:chgData name="Fake Test User" userId="SID-0" providerId="Test" clId="FakeClientId" dt="2024-03-06T06:53:05.294" v="7" actId="2711"/>
            <ac:spMkLst>
              <pc:docMk/>
              <pc:sldMasterMk cId="1965934658" sldId="2147483648"/>
              <pc:sldLayoutMk cId="2845438103" sldId="2147483652"/>
              <ac:spMk id="8" creationId="{BC013AD6-0EF3-2B25-DDBD-2DF706123AEE}"/>
            </ac:spMkLst>
          </pc:spChg>
          <pc:spChg chg="mod">
            <ac:chgData name="Fake Test User" userId="SID-0" providerId="Test" clId="FakeClientId" dt="2024-03-06T06:53:05.294" v="7" actId="2711"/>
            <ac:spMkLst>
              <pc:docMk/>
              <pc:sldMasterMk cId="1965934658" sldId="2147483648"/>
              <pc:sldLayoutMk cId="2845438103" sldId="2147483652"/>
              <ac:spMk id="9" creationId="{7A624B2B-50FD-9351-987F-2E5A5472CAB6}"/>
            </ac:spMkLst>
          </pc:spChg>
          <pc:spChg chg="mod">
            <ac:chgData name="Fake Test User" userId="SID-0" providerId="Test" clId="FakeClientId" dt="2024-03-06T06:53:05.294" v="7" actId="2711"/>
            <ac:spMkLst>
              <pc:docMk/>
              <pc:sldMasterMk cId="1965934658" sldId="2147483648"/>
              <pc:sldLayoutMk cId="2845438103" sldId="2147483652"/>
              <ac:spMk id="10" creationId="{51E534EE-E0F1-2BD9-9A82-7656B90A2D9D}"/>
            </ac:spMkLst>
          </pc:spChg>
        </pc:sldLayoutChg>
        <pc:sldLayoutChg chg="modSp mod">
          <pc:chgData name="Fake Test User" userId="SID-0" providerId="Test" clId="FakeClientId" dt="2024-03-06T06:54:30.420" v="15" actId="2711"/>
          <pc:sldLayoutMkLst>
            <pc:docMk/>
            <pc:sldMasterMk cId="1965934658" sldId="2147483648"/>
            <pc:sldLayoutMk cId="3424675042" sldId="2147483654"/>
          </pc:sldLayoutMkLst>
          <pc:spChg chg="mod">
            <ac:chgData name="Fake Test User" userId="SID-0" providerId="Test" clId="FakeClientId" dt="2024-03-06T06:54:30.420" v="15" actId="2711"/>
            <ac:spMkLst>
              <pc:docMk/>
              <pc:sldMasterMk cId="1965934658" sldId="2147483648"/>
              <pc:sldLayoutMk cId="3424675042" sldId="2147483654"/>
              <ac:spMk id="6" creationId="{2E8C189B-2E00-67DA-E342-3440F5EBB4CE}"/>
            </ac:spMkLst>
          </pc:spChg>
          <pc:spChg chg="mod">
            <ac:chgData name="Fake Test User" userId="SID-0" providerId="Test" clId="FakeClientId" dt="2024-03-06T06:54:30.420" v="15" actId="2711"/>
            <ac:spMkLst>
              <pc:docMk/>
              <pc:sldMasterMk cId="1965934658" sldId="2147483648"/>
              <pc:sldLayoutMk cId="3424675042" sldId="2147483654"/>
              <ac:spMk id="7" creationId="{45F65CE3-2411-E8E5-B72E-F5CBEC4DDC55}"/>
            </ac:spMkLst>
          </pc:spChg>
          <pc:spChg chg="mod">
            <ac:chgData name="Fake Test User" userId="SID-0" providerId="Test" clId="FakeClientId" dt="2024-03-06T06:54:30.420" v="15" actId="2711"/>
            <ac:spMkLst>
              <pc:docMk/>
              <pc:sldMasterMk cId="1965934658" sldId="2147483648"/>
              <pc:sldLayoutMk cId="3424675042" sldId="2147483654"/>
              <ac:spMk id="9" creationId="{4F28561D-5B3C-F08A-F7B5-48E6B74EAEBD}"/>
            </ac:spMkLst>
          </pc:spChg>
          <pc:spChg chg="mod">
            <ac:chgData name="Fake Test User" userId="SID-0" providerId="Test" clId="FakeClientId" dt="2024-03-06T06:54:30.420" v="15" actId="2711"/>
            <ac:spMkLst>
              <pc:docMk/>
              <pc:sldMasterMk cId="1965934658" sldId="2147483648"/>
              <pc:sldLayoutMk cId="3424675042" sldId="2147483654"/>
              <ac:spMk id="10" creationId="{7BD7FF70-44B7-E753-26CD-E228B56C2517}"/>
            </ac:spMkLst>
          </pc:spChg>
          <pc:spChg chg="mod">
            <ac:chgData name="Fake Test User" userId="SID-0" providerId="Test" clId="FakeClientId" dt="2024-03-06T06:54:30.420" v="15" actId="2711"/>
            <ac:spMkLst>
              <pc:docMk/>
              <pc:sldMasterMk cId="1965934658" sldId="2147483648"/>
              <pc:sldLayoutMk cId="3424675042" sldId="2147483654"/>
              <ac:spMk id="11" creationId="{DF9EE857-93B9-ACF6-2AB4-2A29C4B94776}"/>
            </ac:spMkLst>
          </pc:spChg>
          <pc:spChg chg="mod">
            <ac:chgData name="Fake Test User" userId="SID-0" providerId="Test" clId="FakeClientId" dt="2024-03-06T06:54:30.420" v="15" actId="2711"/>
            <ac:spMkLst>
              <pc:docMk/>
              <pc:sldMasterMk cId="1965934658" sldId="2147483648"/>
              <pc:sldLayoutMk cId="3424675042" sldId="2147483654"/>
              <ac:spMk id="12" creationId="{75030D84-5EEB-A095-3D43-0ED22BDB8406}"/>
            </ac:spMkLst>
          </pc:spChg>
          <pc:spChg chg="mod">
            <ac:chgData name="Fake Test User" userId="SID-0" providerId="Test" clId="FakeClientId" dt="2024-03-06T06:54:30.420" v="15" actId="2711"/>
            <ac:spMkLst>
              <pc:docMk/>
              <pc:sldMasterMk cId="1965934658" sldId="2147483648"/>
              <pc:sldLayoutMk cId="3424675042" sldId="2147483654"/>
              <ac:spMk id="13" creationId="{26E6DE3E-6851-19AD-2E60-22F006238173}"/>
            </ac:spMkLst>
          </pc:spChg>
        </pc:sldLayoutChg>
        <pc:sldLayoutChg chg="modSp mod">
          <pc:chgData name="Fake Test User" userId="SID-0" providerId="Test" clId="FakeClientId" dt="2024-03-06T06:54:16.607" v="13" actId="2711"/>
          <pc:sldLayoutMkLst>
            <pc:docMk/>
            <pc:sldMasterMk cId="1965934658" sldId="2147483648"/>
            <pc:sldLayoutMk cId="3298420441" sldId="2147483658"/>
          </pc:sldLayoutMkLst>
          <pc:spChg chg="mod">
            <ac:chgData name="Fake Test User" userId="SID-0" providerId="Test" clId="FakeClientId" dt="2024-03-06T06:54:16.607" v="13" actId="2711"/>
            <ac:spMkLst>
              <pc:docMk/>
              <pc:sldMasterMk cId="1965934658" sldId="2147483648"/>
              <pc:sldLayoutMk cId="3298420441" sldId="2147483658"/>
              <ac:spMk id="2" creationId="{9EF93C3C-09E9-6CD0-EF4B-6DE09539EE7A}"/>
            </ac:spMkLst>
          </pc:spChg>
          <pc:spChg chg="mod">
            <ac:chgData name="Fake Test User" userId="SID-0" providerId="Test" clId="FakeClientId" dt="2024-03-06T06:54:16.607" v="13" actId="2711"/>
            <ac:spMkLst>
              <pc:docMk/>
              <pc:sldMasterMk cId="1965934658" sldId="2147483648"/>
              <pc:sldLayoutMk cId="3298420441" sldId="2147483658"/>
              <ac:spMk id="3" creationId="{D5C3C4BD-DFDB-76B4-17CA-7DA4D1729FA1}"/>
            </ac:spMkLst>
          </pc:spChg>
          <pc:spChg chg="mod">
            <ac:chgData name="Fake Test User" userId="SID-0" providerId="Test" clId="FakeClientId" dt="2024-03-06T06:54:16.607" v="13" actId="2711"/>
            <ac:spMkLst>
              <pc:docMk/>
              <pc:sldMasterMk cId="1965934658" sldId="2147483648"/>
              <pc:sldLayoutMk cId="3298420441" sldId="2147483658"/>
              <ac:spMk id="4" creationId="{47A19F4B-D154-3EB2-F86A-9A63283A3EA6}"/>
            </ac:spMkLst>
          </pc:spChg>
          <pc:spChg chg="mod">
            <ac:chgData name="Fake Test User" userId="SID-0" providerId="Test" clId="FakeClientId" dt="2024-03-06T06:54:16.607" v="13" actId="2711"/>
            <ac:spMkLst>
              <pc:docMk/>
              <pc:sldMasterMk cId="1965934658" sldId="2147483648"/>
              <pc:sldLayoutMk cId="3298420441" sldId="2147483658"/>
              <ac:spMk id="12" creationId="{2B04B61C-6467-D51D-0AF4-5C7D05F36CB5}"/>
            </ac:spMkLst>
          </pc:spChg>
        </pc:sldLayoutChg>
        <pc:sldLayoutChg chg="modSp mod">
          <pc:chgData name="Fake Test User" userId="SID-0" providerId="Test" clId="FakeClientId" dt="2024-03-06T06:54:22.967" v="14" actId="2711"/>
          <pc:sldLayoutMkLst>
            <pc:docMk/>
            <pc:sldMasterMk cId="1965934658" sldId="2147483648"/>
            <pc:sldLayoutMk cId="1914388044" sldId="2147483660"/>
          </pc:sldLayoutMkLst>
          <pc:spChg chg="mod">
            <ac:chgData name="Fake Test User" userId="SID-0" providerId="Test" clId="FakeClientId" dt="2024-03-06T06:54:22.967" v="14" actId="2711"/>
            <ac:spMkLst>
              <pc:docMk/>
              <pc:sldMasterMk cId="1965934658" sldId="2147483648"/>
              <pc:sldLayoutMk cId="1914388044" sldId="2147483660"/>
              <ac:spMk id="2" creationId="{F657BD59-35CC-9BB3-8621-6FA3356F81AA}"/>
            </ac:spMkLst>
          </pc:spChg>
          <pc:spChg chg="mod">
            <ac:chgData name="Fake Test User" userId="SID-0" providerId="Test" clId="FakeClientId" dt="2024-03-06T06:54:22.967" v="14" actId="2711"/>
            <ac:spMkLst>
              <pc:docMk/>
              <pc:sldMasterMk cId="1965934658" sldId="2147483648"/>
              <pc:sldLayoutMk cId="1914388044" sldId="2147483660"/>
              <ac:spMk id="3" creationId="{A772710C-A212-1B12-06CD-FA2A14F89D68}"/>
            </ac:spMkLst>
          </pc:spChg>
          <pc:spChg chg="mod">
            <ac:chgData name="Fake Test User" userId="SID-0" providerId="Test" clId="FakeClientId" dt="2024-03-06T06:54:22.967" v="14" actId="2711"/>
            <ac:spMkLst>
              <pc:docMk/>
              <pc:sldMasterMk cId="1965934658" sldId="2147483648"/>
              <pc:sldLayoutMk cId="1914388044" sldId="2147483660"/>
              <ac:spMk id="8" creationId="{A50FA62D-C8AE-52B8-1712-6116756D1A83}"/>
            </ac:spMkLst>
          </pc:spChg>
          <pc:spChg chg="mod">
            <ac:chgData name="Fake Test User" userId="SID-0" providerId="Test" clId="FakeClientId" dt="2024-03-06T06:54:22.967" v="14" actId="2711"/>
            <ac:spMkLst>
              <pc:docMk/>
              <pc:sldMasterMk cId="1965934658" sldId="2147483648"/>
              <pc:sldLayoutMk cId="1914388044" sldId="2147483660"/>
              <ac:spMk id="9" creationId="{1D2D6A01-57CF-3C0B-968C-E5A8FD352320}"/>
            </ac:spMkLst>
          </pc:spChg>
          <pc:spChg chg="mod">
            <ac:chgData name="Fake Test User" userId="SID-0" providerId="Test" clId="FakeClientId" dt="2024-03-06T06:54:22.967" v="14" actId="2711"/>
            <ac:spMkLst>
              <pc:docMk/>
              <pc:sldMasterMk cId="1965934658" sldId="2147483648"/>
              <pc:sldLayoutMk cId="1914388044" sldId="2147483660"/>
              <ac:spMk id="10" creationId="{410BEFAA-C349-7DB1-1827-0FA48A430AD8}"/>
            </ac:spMkLst>
          </pc:spChg>
        </pc:sldLayoutChg>
        <pc:sldLayoutChg chg="modSp mod">
          <pc:chgData name="Fake Test User" userId="SID-0" providerId="Test" clId="FakeClientId" dt="2024-03-06T06:50:13.432" v="3" actId="2711"/>
          <pc:sldLayoutMkLst>
            <pc:docMk/>
            <pc:sldMasterMk cId="1965934658" sldId="2147483648"/>
            <pc:sldLayoutMk cId="2162967001" sldId="2147483661"/>
          </pc:sldLayoutMkLst>
          <pc:spChg chg="mod">
            <ac:chgData name="Fake Test User" userId="SID-0" providerId="Test" clId="FakeClientId" dt="2024-03-06T06:50:13.432" v="3" actId="2711"/>
            <ac:spMkLst>
              <pc:docMk/>
              <pc:sldMasterMk cId="1965934658" sldId="2147483648"/>
              <pc:sldLayoutMk cId="2162967001" sldId="2147483661"/>
              <ac:spMk id="2" creationId="{F657BD59-35CC-9BB3-8621-6FA3356F81AA}"/>
            </ac:spMkLst>
          </pc:spChg>
          <pc:spChg chg="mod">
            <ac:chgData name="Fake Test User" userId="SID-0" providerId="Test" clId="FakeClientId" dt="2024-03-06T06:50:13.432" v="3" actId="2711"/>
            <ac:spMkLst>
              <pc:docMk/>
              <pc:sldMasterMk cId="1965934658" sldId="2147483648"/>
              <pc:sldLayoutMk cId="2162967001" sldId="2147483661"/>
              <ac:spMk id="3" creationId="{A772710C-A212-1B12-06CD-FA2A14F89D68}"/>
            </ac:spMkLst>
          </pc:spChg>
          <pc:spChg chg="mod">
            <ac:chgData name="Fake Test User" userId="SID-0" providerId="Test" clId="FakeClientId" dt="2024-03-06T06:50:13.432" v="3" actId="2711"/>
            <ac:spMkLst>
              <pc:docMk/>
              <pc:sldMasterMk cId="1965934658" sldId="2147483648"/>
              <pc:sldLayoutMk cId="2162967001" sldId="2147483661"/>
              <ac:spMk id="4" creationId="{8C56EB0F-63C8-5F75-A333-3413A9DC6F76}"/>
            </ac:spMkLst>
          </pc:spChg>
          <pc:spChg chg="mod">
            <ac:chgData name="Fake Test User" userId="SID-0" providerId="Test" clId="FakeClientId" dt="2024-03-06T06:50:13.432" v="3" actId="2711"/>
            <ac:spMkLst>
              <pc:docMk/>
              <pc:sldMasterMk cId="1965934658" sldId="2147483648"/>
              <pc:sldLayoutMk cId="2162967001" sldId="2147483661"/>
              <ac:spMk id="5" creationId="{4D4DE333-25B4-E092-1CC4-C3D20BA25168}"/>
            </ac:spMkLst>
          </pc:spChg>
          <pc:spChg chg="mod">
            <ac:chgData name="Fake Test User" userId="SID-0" providerId="Test" clId="FakeClientId" dt="2024-03-06T06:50:13.432" v="3" actId="2711"/>
            <ac:spMkLst>
              <pc:docMk/>
              <pc:sldMasterMk cId="1965934658" sldId="2147483648"/>
              <pc:sldLayoutMk cId="2162967001" sldId="2147483661"/>
              <ac:spMk id="6" creationId="{8F1AF200-E81F-A326-0EDB-4B93C71D9BF4}"/>
            </ac:spMkLst>
          </pc:spChg>
          <pc:spChg chg="mod">
            <ac:chgData name="Fake Test User" userId="SID-0" providerId="Test" clId="FakeClientId" dt="2024-03-06T06:50:13.432" v="3" actId="2711"/>
            <ac:spMkLst>
              <pc:docMk/>
              <pc:sldMasterMk cId="1965934658" sldId="2147483648"/>
              <pc:sldLayoutMk cId="2162967001" sldId="2147483661"/>
              <ac:spMk id="8" creationId="{0D306340-6BFD-FE3D-535B-B59C1C44EDDA}"/>
            </ac:spMkLst>
          </pc:spChg>
          <pc:spChg chg="mod">
            <ac:chgData name="Fake Test User" userId="SID-0" providerId="Test" clId="FakeClientId" dt="2024-03-06T06:50:13.432" v="3" actId="2711"/>
            <ac:spMkLst>
              <pc:docMk/>
              <pc:sldMasterMk cId="1965934658" sldId="2147483648"/>
              <pc:sldLayoutMk cId="2162967001" sldId="2147483661"/>
              <ac:spMk id="9" creationId="{338E6C4B-ABF3-8B7E-8DCF-A93F69C712B1}"/>
            </ac:spMkLst>
          </pc:spChg>
          <pc:spChg chg="mod">
            <ac:chgData name="Fake Test User" userId="SID-0" providerId="Test" clId="FakeClientId" dt="2024-03-06T06:50:13.432" v="3" actId="2711"/>
            <ac:spMkLst>
              <pc:docMk/>
              <pc:sldMasterMk cId="1965934658" sldId="2147483648"/>
              <pc:sldLayoutMk cId="2162967001" sldId="2147483661"/>
              <ac:spMk id="10" creationId="{6F90F99F-B12A-E8F9-5A86-D76B201D6308}"/>
            </ac:spMkLst>
          </pc:spChg>
          <pc:spChg chg="mod">
            <ac:chgData name="Fake Test User" userId="SID-0" providerId="Test" clId="FakeClientId" dt="2024-03-06T06:50:13.432" v="3" actId="2711"/>
            <ac:spMkLst>
              <pc:docMk/>
              <pc:sldMasterMk cId="1965934658" sldId="2147483648"/>
              <pc:sldLayoutMk cId="2162967001" sldId="2147483661"/>
              <ac:spMk id="11" creationId="{BFA99EFE-81BC-95EA-FA61-B7199AD98A74}"/>
            </ac:spMkLst>
          </pc:spChg>
          <pc:spChg chg="mod">
            <ac:chgData name="Fake Test User" userId="SID-0" providerId="Test" clId="FakeClientId" dt="2024-03-06T06:50:13.432" v="3" actId="2711"/>
            <ac:spMkLst>
              <pc:docMk/>
              <pc:sldMasterMk cId="1965934658" sldId="2147483648"/>
              <pc:sldLayoutMk cId="2162967001" sldId="2147483661"/>
              <ac:spMk id="12" creationId="{DD9FC028-D877-28FE-C646-DBD85D932641}"/>
            </ac:spMkLst>
          </pc:spChg>
          <pc:spChg chg="mod">
            <ac:chgData name="Fake Test User" userId="SID-0" providerId="Test" clId="FakeClientId" dt="2024-03-06T06:50:13.432" v="3" actId="2711"/>
            <ac:spMkLst>
              <pc:docMk/>
              <pc:sldMasterMk cId="1965934658" sldId="2147483648"/>
              <pc:sldLayoutMk cId="2162967001" sldId="2147483661"/>
              <ac:spMk id="13" creationId="{AA0AFFE9-F0C2-BDA0-BF87-9977706AB6A8}"/>
            </ac:spMkLst>
          </pc:spChg>
        </pc:sldLayoutChg>
        <pc:sldLayoutChg chg="modSp mod">
          <pc:chgData name="Fake Test User" userId="SID-0" providerId="Test" clId="FakeClientId" dt="2024-03-06T06:53:38.372" v="9" actId="2711"/>
          <pc:sldLayoutMkLst>
            <pc:docMk/>
            <pc:sldMasterMk cId="1965934658" sldId="2147483648"/>
            <pc:sldLayoutMk cId="505290787" sldId="2147483662"/>
          </pc:sldLayoutMkLst>
          <pc:spChg chg="mod">
            <ac:chgData name="Fake Test User" userId="SID-0" providerId="Test" clId="FakeClientId" dt="2024-03-06T06:53:38.372" v="9" actId="2711"/>
            <ac:spMkLst>
              <pc:docMk/>
              <pc:sldMasterMk cId="1965934658" sldId="2147483648"/>
              <pc:sldLayoutMk cId="505290787" sldId="2147483662"/>
              <ac:spMk id="2" creationId="{0C40C44A-93E6-6C58-5E88-AFDC594EC27A}"/>
            </ac:spMkLst>
          </pc:spChg>
          <pc:spChg chg="mod">
            <ac:chgData name="Fake Test User" userId="SID-0" providerId="Test" clId="FakeClientId" dt="2024-03-06T06:53:38.372" v="9" actId="2711"/>
            <ac:spMkLst>
              <pc:docMk/>
              <pc:sldMasterMk cId="1965934658" sldId="2147483648"/>
              <pc:sldLayoutMk cId="505290787" sldId="2147483662"/>
              <ac:spMk id="3" creationId="{0C813049-5F46-053E-6279-8183259649A6}"/>
            </ac:spMkLst>
          </pc:spChg>
          <pc:spChg chg="mod">
            <ac:chgData name="Fake Test User" userId="SID-0" providerId="Test" clId="FakeClientId" dt="2024-03-06T06:53:38.372" v="9" actId="2711"/>
            <ac:spMkLst>
              <pc:docMk/>
              <pc:sldMasterMk cId="1965934658" sldId="2147483648"/>
              <pc:sldLayoutMk cId="505290787" sldId="2147483662"/>
              <ac:spMk id="5" creationId="{C6CFCEB5-4092-FD13-478E-51CD74FDB82E}"/>
            </ac:spMkLst>
          </pc:spChg>
          <pc:spChg chg="mod">
            <ac:chgData name="Fake Test User" userId="SID-0" providerId="Test" clId="FakeClientId" dt="2024-03-06T06:53:38.372" v="9" actId="2711"/>
            <ac:spMkLst>
              <pc:docMk/>
              <pc:sldMasterMk cId="1965934658" sldId="2147483648"/>
              <pc:sldLayoutMk cId="505290787" sldId="2147483662"/>
              <ac:spMk id="6" creationId="{5D077A4D-E7C0-912D-293F-D93F0CB5CA49}"/>
            </ac:spMkLst>
          </pc:spChg>
          <pc:spChg chg="mod">
            <ac:chgData name="Fake Test User" userId="SID-0" providerId="Test" clId="FakeClientId" dt="2024-03-06T06:53:38.372" v="9" actId="2711"/>
            <ac:spMkLst>
              <pc:docMk/>
              <pc:sldMasterMk cId="1965934658" sldId="2147483648"/>
              <pc:sldLayoutMk cId="505290787" sldId="2147483662"/>
              <ac:spMk id="7" creationId="{CA6AA9E1-334B-5F8F-8A92-67DD095F7838}"/>
            </ac:spMkLst>
          </pc:spChg>
          <pc:spChg chg="mod">
            <ac:chgData name="Fake Test User" userId="SID-0" providerId="Test" clId="FakeClientId" dt="2024-03-06T06:53:38.372" v="9" actId="2711"/>
            <ac:spMkLst>
              <pc:docMk/>
              <pc:sldMasterMk cId="1965934658" sldId="2147483648"/>
              <pc:sldLayoutMk cId="505290787" sldId="2147483662"/>
              <ac:spMk id="12" creationId="{44CE2FB7-A856-E3C3-9798-73AAFB7901B8}"/>
            </ac:spMkLst>
          </pc:spChg>
          <pc:spChg chg="mod">
            <ac:chgData name="Fake Test User" userId="SID-0" providerId="Test" clId="FakeClientId" dt="2024-03-06T06:53:38.372" v="9" actId="2711"/>
            <ac:spMkLst>
              <pc:docMk/>
              <pc:sldMasterMk cId="1965934658" sldId="2147483648"/>
              <pc:sldLayoutMk cId="505290787" sldId="2147483662"/>
              <ac:spMk id="13" creationId="{47ED62E5-894A-A8F9-A6DC-4A5C147CDE78}"/>
            </ac:spMkLst>
          </pc:spChg>
          <pc:spChg chg="mod">
            <ac:chgData name="Fake Test User" userId="SID-0" providerId="Test" clId="FakeClientId" dt="2024-03-06T06:53:38.372" v="9" actId="2711"/>
            <ac:spMkLst>
              <pc:docMk/>
              <pc:sldMasterMk cId="1965934658" sldId="2147483648"/>
              <pc:sldLayoutMk cId="505290787" sldId="2147483662"/>
              <ac:spMk id="14" creationId="{5C181CD4-C69B-2826-AF23-060D677248A9}"/>
            </ac:spMkLst>
          </pc:spChg>
          <pc:spChg chg="mod">
            <ac:chgData name="Fake Test User" userId="SID-0" providerId="Test" clId="FakeClientId" dt="2024-03-06T06:53:38.372" v="9" actId="2711"/>
            <ac:spMkLst>
              <pc:docMk/>
              <pc:sldMasterMk cId="1965934658" sldId="2147483648"/>
              <pc:sldLayoutMk cId="505290787" sldId="2147483662"/>
              <ac:spMk id="15" creationId="{5FB01ADF-164A-96FB-0129-C2A0F0ED0A85}"/>
            </ac:spMkLst>
          </pc:spChg>
        </pc:sldLayoutChg>
        <pc:sldLayoutChg chg="modSp mod">
          <pc:chgData name="Fake Test User" userId="SID-0" providerId="Test" clId="FakeClientId" dt="2024-03-06T06:53:29.903" v="8" actId="2711"/>
          <pc:sldLayoutMkLst>
            <pc:docMk/>
            <pc:sldMasterMk cId="1965934658" sldId="2147483648"/>
            <pc:sldLayoutMk cId="657852692" sldId="2147483663"/>
          </pc:sldLayoutMkLst>
          <pc:spChg chg="mod">
            <ac:chgData name="Fake Test User" userId="SID-0" providerId="Test" clId="FakeClientId" dt="2024-03-06T06:53:29.903" v="8" actId="2711"/>
            <ac:spMkLst>
              <pc:docMk/>
              <pc:sldMasterMk cId="1965934658" sldId="2147483648"/>
              <pc:sldLayoutMk cId="657852692" sldId="2147483663"/>
              <ac:spMk id="2" creationId="{0C40C44A-93E6-6C58-5E88-AFDC594EC27A}"/>
            </ac:spMkLst>
          </pc:spChg>
          <pc:spChg chg="mod">
            <ac:chgData name="Fake Test User" userId="SID-0" providerId="Test" clId="FakeClientId" dt="2024-03-06T06:53:29.903" v="8" actId="2711"/>
            <ac:spMkLst>
              <pc:docMk/>
              <pc:sldMasterMk cId="1965934658" sldId="2147483648"/>
              <pc:sldLayoutMk cId="657852692" sldId="2147483663"/>
              <ac:spMk id="5" creationId="{C6CFCEB5-4092-FD13-478E-51CD74FDB82E}"/>
            </ac:spMkLst>
          </pc:spChg>
          <pc:spChg chg="mod">
            <ac:chgData name="Fake Test User" userId="SID-0" providerId="Test" clId="FakeClientId" dt="2024-03-06T06:53:29.903" v="8" actId="2711"/>
            <ac:spMkLst>
              <pc:docMk/>
              <pc:sldMasterMk cId="1965934658" sldId="2147483648"/>
              <pc:sldLayoutMk cId="657852692" sldId="2147483663"/>
              <ac:spMk id="6" creationId="{5D077A4D-E7C0-912D-293F-D93F0CB5CA49}"/>
            </ac:spMkLst>
          </pc:spChg>
          <pc:spChg chg="mod">
            <ac:chgData name="Fake Test User" userId="SID-0" providerId="Test" clId="FakeClientId" dt="2024-03-06T06:53:29.903" v="8" actId="2711"/>
            <ac:spMkLst>
              <pc:docMk/>
              <pc:sldMasterMk cId="1965934658" sldId="2147483648"/>
              <pc:sldLayoutMk cId="657852692" sldId="2147483663"/>
              <ac:spMk id="7" creationId="{CA6AA9E1-334B-5F8F-8A92-67DD095F7838}"/>
            </ac:spMkLst>
          </pc:spChg>
          <pc:spChg chg="mod">
            <ac:chgData name="Fake Test User" userId="SID-0" providerId="Test" clId="FakeClientId" dt="2024-03-06T06:53:29.903" v="8" actId="2711"/>
            <ac:spMkLst>
              <pc:docMk/>
              <pc:sldMasterMk cId="1965934658" sldId="2147483648"/>
              <pc:sldLayoutMk cId="657852692" sldId="2147483663"/>
              <ac:spMk id="8" creationId="{1E75594D-82D2-74F6-56EC-46FCD28CBE68}"/>
            </ac:spMkLst>
          </pc:spChg>
          <pc:spChg chg="mod">
            <ac:chgData name="Fake Test User" userId="SID-0" providerId="Test" clId="FakeClientId" dt="2024-03-06T06:53:29.903" v="8" actId="2711"/>
            <ac:spMkLst>
              <pc:docMk/>
              <pc:sldMasterMk cId="1965934658" sldId="2147483648"/>
              <pc:sldLayoutMk cId="657852692" sldId="2147483663"/>
              <ac:spMk id="9" creationId="{FF4E0F5B-0892-2688-EFD3-284369DA50CD}"/>
            </ac:spMkLst>
          </pc:spChg>
          <pc:spChg chg="mod">
            <ac:chgData name="Fake Test User" userId="SID-0" providerId="Test" clId="FakeClientId" dt="2024-03-06T06:53:29.903" v="8" actId="2711"/>
            <ac:spMkLst>
              <pc:docMk/>
              <pc:sldMasterMk cId="1965934658" sldId="2147483648"/>
              <pc:sldLayoutMk cId="657852692" sldId="2147483663"/>
              <ac:spMk id="11" creationId="{60538251-2B75-FA20-0F29-FB58583E6125}"/>
            </ac:spMkLst>
          </pc:spChg>
          <pc:spChg chg="mod">
            <ac:chgData name="Fake Test User" userId="SID-0" providerId="Test" clId="FakeClientId" dt="2024-03-06T06:53:29.903" v="8" actId="2711"/>
            <ac:spMkLst>
              <pc:docMk/>
              <pc:sldMasterMk cId="1965934658" sldId="2147483648"/>
              <pc:sldLayoutMk cId="657852692" sldId="2147483663"/>
              <ac:spMk id="12" creationId="{A06C49DD-8C29-93EA-04F4-22F84080DF5C}"/>
            </ac:spMkLst>
          </pc:spChg>
        </pc:sldLayoutChg>
        <pc:sldLayoutChg chg="modSp mod">
          <pc:chgData name="Fake Test User" userId="SID-0" providerId="Test" clId="FakeClientId" dt="2024-03-06T06:51:59.183" v="5" actId="2711"/>
          <pc:sldLayoutMkLst>
            <pc:docMk/>
            <pc:sldMasterMk cId="1965934658" sldId="2147483648"/>
            <pc:sldLayoutMk cId="137703936" sldId="2147483664"/>
          </pc:sldLayoutMkLst>
          <pc:spChg chg="mod">
            <ac:chgData name="Fake Test User" userId="SID-0" providerId="Test" clId="FakeClientId" dt="2024-03-06T06:51:59.183" v="5" actId="2711"/>
            <ac:spMkLst>
              <pc:docMk/>
              <pc:sldMasterMk cId="1965934658" sldId="2147483648"/>
              <pc:sldLayoutMk cId="137703936" sldId="2147483664"/>
              <ac:spMk id="2" creationId="{0C40C44A-93E6-6C58-5E88-AFDC594EC27A}"/>
            </ac:spMkLst>
          </pc:spChg>
          <pc:spChg chg="mod">
            <ac:chgData name="Fake Test User" userId="SID-0" providerId="Test" clId="FakeClientId" dt="2024-03-06T06:51:59.183" v="5" actId="2711"/>
            <ac:spMkLst>
              <pc:docMk/>
              <pc:sldMasterMk cId="1965934658" sldId="2147483648"/>
              <pc:sldLayoutMk cId="137703936" sldId="2147483664"/>
              <ac:spMk id="4" creationId="{72DFB03A-367B-9ADA-8071-E22871EC115F}"/>
            </ac:spMkLst>
          </pc:spChg>
          <pc:spChg chg="mod">
            <ac:chgData name="Fake Test User" userId="SID-0" providerId="Test" clId="FakeClientId" dt="2024-03-06T06:51:59.183" v="5" actId="2711"/>
            <ac:spMkLst>
              <pc:docMk/>
              <pc:sldMasterMk cId="1965934658" sldId="2147483648"/>
              <pc:sldLayoutMk cId="137703936" sldId="2147483664"/>
              <ac:spMk id="5" creationId="{C6CFCEB5-4092-FD13-478E-51CD74FDB82E}"/>
            </ac:spMkLst>
          </pc:spChg>
          <pc:spChg chg="mod">
            <ac:chgData name="Fake Test User" userId="SID-0" providerId="Test" clId="FakeClientId" dt="2024-03-06T06:51:59.183" v="5" actId="2711"/>
            <ac:spMkLst>
              <pc:docMk/>
              <pc:sldMasterMk cId="1965934658" sldId="2147483648"/>
              <pc:sldLayoutMk cId="137703936" sldId="2147483664"/>
              <ac:spMk id="6" creationId="{5D077A4D-E7C0-912D-293F-D93F0CB5CA49}"/>
            </ac:spMkLst>
          </pc:spChg>
          <pc:spChg chg="mod">
            <ac:chgData name="Fake Test User" userId="SID-0" providerId="Test" clId="FakeClientId" dt="2024-03-06T06:51:59.183" v="5" actId="2711"/>
            <ac:spMkLst>
              <pc:docMk/>
              <pc:sldMasterMk cId="1965934658" sldId="2147483648"/>
              <pc:sldLayoutMk cId="137703936" sldId="2147483664"/>
              <ac:spMk id="7" creationId="{CA6AA9E1-334B-5F8F-8A92-67DD095F7838}"/>
            </ac:spMkLst>
          </pc:spChg>
          <pc:spChg chg="mod">
            <ac:chgData name="Fake Test User" userId="SID-0" providerId="Test" clId="FakeClientId" dt="2024-03-06T06:51:59.183" v="5" actId="2711"/>
            <ac:spMkLst>
              <pc:docMk/>
              <pc:sldMasterMk cId="1965934658" sldId="2147483648"/>
              <pc:sldLayoutMk cId="137703936" sldId="2147483664"/>
              <ac:spMk id="9" creationId="{F5A792C8-BB21-CDAF-668C-C1EFF45540C6}"/>
            </ac:spMkLst>
          </pc:spChg>
          <pc:spChg chg="mod">
            <ac:chgData name="Fake Test User" userId="SID-0" providerId="Test" clId="FakeClientId" dt="2024-03-06T06:51:59.183" v="5" actId="2711"/>
            <ac:spMkLst>
              <pc:docMk/>
              <pc:sldMasterMk cId="1965934658" sldId="2147483648"/>
              <pc:sldLayoutMk cId="137703936" sldId="2147483664"/>
              <ac:spMk id="11" creationId="{D9FE4C84-13A1-72EA-6541-7C8FDDEA71C0}"/>
            </ac:spMkLst>
          </pc:spChg>
          <pc:spChg chg="mod">
            <ac:chgData name="Fake Test User" userId="SID-0" providerId="Test" clId="FakeClientId" dt="2024-03-06T06:51:59.183" v="5" actId="2711"/>
            <ac:spMkLst>
              <pc:docMk/>
              <pc:sldMasterMk cId="1965934658" sldId="2147483648"/>
              <pc:sldLayoutMk cId="137703936" sldId="2147483664"/>
              <ac:spMk id="12" creationId="{30468883-4E51-D3BD-E1C6-601ED9B6EF0E}"/>
            </ac:spMkLst>
          </pc:spChg>
          <pc:spChg chg="mod">
            <ac:chgData name="Fake Test User" userId="SID-0" providerId="Test" clId="FakeClientId" dt="2024-03-06T06:51:59.183" v="5" actId="2711"/>
            <ac:spMkLst>
              <pc:docMk/>
              <pc:sldMasterMk cId="1965934658" sldId="2147483648"/>
              <pc:sldLayoutMk cId="137703936" sldId="2147483664"/>
              <ac:spMk id="13" creationId="{111AEF3F-9A86-45CE-4817-E3E6863DC09A}"/>
            </ac:spMkLst>
          </pc:spChg>
        </pc:sldLayoutChg>
        <pc:sldLayoutChg chg="modSp mod">
          <pc:chgData name="Fake Test User" userId="SID-0" providerId="Test" clId="FakeClientId" dt="2024-03-06T06:50:20.963" v="4" actId="2711"/>
          <pc:sldLayoutMkLst>
            <pc:docMk/>
            <pc:sldMasterMk cId="1965934658" sldId="2147483648"/>
            <pc:sldLayoutMk cId="2626099294" sldId="2147483665"/>
          </pc:sldLayoutMkLst>
          <pc:spChg chg="mod">
            <ac:chgData name="Fake Test User" userId="SID-0" providerId="Test" clId="FakeClientId" dt="2024-03-06T06:50:20.963" v="4" actId="2711"/>
            <ac:spMkLst>
              <pc:docMk/>
              <pc:sldMasterMk cId="1965934658" sldId="2147483648"/>
              <pc:sldLayoutMk cId="2626099294" sldId="2147483665"/>
              <ac:spMk id="2" creationId="{F657BD59-35CC-9BB3-8621-6FA3356F81AA}"/>
            </ac:spMkLst>
          </pc:spChg>
          <pc:spChg chg="mod">
            <ac:chgData name="Fake Test User" userId="SID-0" providerId="Test" clId="FakeClientId" dt="2024-03-06T06:50:20.963" v="4" actId="2711"/>
            <ac:spMkLst>
              <pc:docMk/>
              <pc:sldMasterMk cId="1965934658" sldId="2147483648"/>
              <pc:sldLayoutMk cId="2626099294" sldId="2147483665"/>
              <ac:spMk id="4" creationId="{8C56EB0F-63C8-5F75-A333-3413A9DC6F76}"/>
            </ac:spMkLst>
          </pc:spChg>
          <pc:spChg chg="mod">
            <ac:chgData name="Fake Test User" userId="SID-0" providerId="Test" clId="FakeClientId" dt="2024-03-06T06:50:20.963" v="4" actId="2711"/>
            <ac:spMkLst>
              <pc:docMk/>
              <pc:sldMasterMk cId="1965934658" sldId="2147483648"/>
              <pc:sldLayoutMk cId="2626099294" sldId="2147483665"/>
              <ac:spMk id="5" creationId="{4D4DE333-25B4-E092-1CC4-C3D20BA25168}"/>
            </ac:spMkLst>
          </pc:spChg>
          <pc:spChg chg="mod">
            <ac:chgData name="Fake Test User" userId="SID-0" providerId="Test" clId="FakeClientId" dt="2024-03-06T06:50:20.963" v="4" actId="2711"/>
            <ac:spMkLst>
              <pc:docMk/>
              <pc:sldMasterMk cId="1965934658" sldId="2147483648"/>
              <pc:sldLayoutMk cId="2626099294" sldId="2147483665"/>
              <ac:spMk id="6" creationId="{8F1AF200-E81F-A326-0EDB-4B93C71D9BF4}"/>
            </ac:spMkLst>
          </pc:spChg>
          <pc:spChg chg="mod">
            <ac:chgData name="Fake Test User" userId="SID-0" providerId="Test" clId="FakeClientId" dt="2024-03-06T06:50:20.963" v="4" actId="2711"/>
            <ac:spMkLst>
              <pc:docMk/>
              <pc:sldMasterMk cId="1965934658" sldId="2147483648"/>
              <pc:sldLayoutMk cId="2626099294" sldId="2147483665"/>
              <ac:spMk id="8" creationId="{0CEAFE70-86D3-8690-31CA-F9A1FBA494D0}"/>
            </ac:spMkLst>
          </pc:spChg>
        </pc:sldLayoutChg>
        <pc:sldLayoutChg chg="modSp mod">
          <pc:chgData name="Fake Test User" userId="SID-0" providerId="Test" clId="FakeClientId" dt="2024-03-06T06:52:59.622" v="6" actId="2711"/>
          <pc:sldLayoutMkLst>
            <pc:docMk/>
            <pc:sldMasterMk cId="1965934658" sldId="2147483648"/>
            <pc:sldLayoutMk cId="280815037" sldId="2147483666"/>
          </pc:sldLayoutMkLst>
          <pc:spChg chg="mod">
            <ac:chgData name="Fake Test User" userId="SID-0" providerId="Test" clId="FakeClientId" dt="2024-03-06T06:52:59.622" v="6" actId="2711"/>
            <ac:spMkLst>
              <pc:docMk/>
              <pc:sldMasterMk cId="1965934658" sldId="2147483648"/>
              <pc:sldLayoutMk cId="280815037" sldId="2147483666"/>
              <ac:spMk id="2" creationId="{0C40C44A-93E6-6C58-5E88-AFDC594EC27A}"/>
            </ac:spMkLst>
          </pc:spChg>
          <pc:spChg chg="mod">
            <ac:chgData name="Fake Test User" userId="SID-0" providerId="Test" clId="FakeClientId" dt="2024-03-06T06:52:59.622" v="6" actId="2711"/>
            <ac:spMkLst>
              <pc:docMk/>
              <pc:sldMasterMk cId="1965934658" sldId="2147483648"/>
              <pc:sldLayoutMk cId="280815037" sldId="2147483666"/>
              <ac:spMk id="3" creationId="{0C813049-5F46-053E-6279-8183259649A6}"/>
            </ac:spMkLst>
          </pc:spChg>
          <pc:spChg chg="mod">
            <ac:chgData name="Fake Test User" userId="SID-0" providerId="Test" clId="FakeClientId" dt="2024-03-06T06:52:59.622" v="6" actId="2711"/>
            <ac:spMkLst>
              <pc:docMk/>
              <pc:sldMasterMk cId="1965934658" sldId="2147483648"/>
              <pc:sldLayoutMk cId="280815037" sldId="2147483666"/>
              <ac:spMk id="5" creationId="{C6CFCEB5-4092-FD13-478E-51CD74FDB82E}"/>
            </ac:spMkLst>
          </pc:spChg>
          <pc:spChg chg="mod">
            <ac:chgData name="Fake Test User" userId="SID-0" providerId="Test" clId="FakeClientId" dt="2024-03-06T06:52:59.622" v="6" actId="2711"/>
            <ac:spMkLst>
              <pc:docMk/>
              <pc:sldMasterMk cId="1965934658" sldId="2147483648"/>
              <pc:sldLayoutMk cId="280815037" sldId="2147483666"/>
              <ac:spMk id="6" creationId="{5D077A4D-E7C0-912D-293F-D93F0CB5CA49}"/>
            </ac:spMkLst>
          </pc:spChg>
          <pc:spChg chg="mod">
            <ac:chgData name="Fake Test User" userId="SID-0" providerId="Test" clId="FakeClientId" dt="2024-03-06T06:52:59.622" v="6" actId="2711"/>
            <ac:spMkLst>
              <pc:docMk/>
              <pc:sldMasterMk cId="1965934658" sldId="2147483648"/>
              <pc:sldLayoutMk cId="280815037" sldId="2147483666"/>
              <ac:spMk id="7" creationId="{CA6AA9E1-334B-5F8F-8A92-67DD095F7838}"/>
            </ac:spMkLst>
          </pc:spChg>
          <pc:spChg chg="mod">
            <ac:chgData name="Fake Test User" userId="SID-0" providerId="Test" clId="FakeClientId" dt="2024-03-06T06:52:59.622" v="6" actId="2711"/>
            <ac:spMkLst>
              <pc:docMk/>
              <pc:sldMasterMk cId="1965934658" sldId="2147483648"/>
              <pc:sldLayoutMk cId="280815037" sldId="2147483666"/>
              <ac:spMk id="8" creationId="{423FEB60-8FB5-7F10-EDD7-8AB4B3139EF6}"/>
            </ac:spMkLst>
          </pc:spChg>
          <pc:spChg chg="mod">
            <ac:chgData name="Fake Test User" userId="SID-0" providerId="Test" clId="FakeClientId" dt="2024-03-06T06:52:59.622" v="6" actId="2711"/>
            <ac:spMkLst>
              <pc:docMk/>
              <pc:sldMasterMk cId="1965934658" sldId="2147483648"/>
              <pc:sldLayoutMk cId="280815037" sldId="2147483666"/>
              <ac:spMk id="12" creationId="{59903C17-0733-BE0C-7392-283FEC2E98B0}"/>
            </ac:spMkLst>
          </pc:spChg>
          <pc:spChg chg="mod">
            <ac:chgData name="Fake Test User" userId="SID-0" providerId="Test" clId="FakeClientId" dt="2024-03-06T06:52:59.622" v="6" actId="2711"/>
            <ac:spMkLst>
              <pc:docMk/>
              <pc:sldMasterMk cId="1965934658" sldId="2147483648"/>
              <pc:sldLayoutMk cId="280815037" sldId="2147483666"/>
              <ac:spMk id="13" creationId="{898A3450-9C87-13ED-79CC-F4F65D14FF72}"/>
            </ac:spMkLst>
          </pc:spChg>
        </pc:sldLayoutChg>
        <pc:sldLayoutChg chg="modSp mod">
          <pc:chgData name="Fake Test User" userId="SID-0" providerId="Test" clId="FakeClientId" dt="2024-03-06T06:54:07.295" v="12" actId="2711"/>
          <pc:sldLayoutMkLst>
            <pc:docMk/>
            <pc:sldMasterMk cId="1965934658" sldId="2147483648"/>
            <pc:sldLayoutMk cId="1517468019" sldId="2147483667"/>
          </pc:sldLayoutMkLst>
          <pc:spChg chg="mod">
            <ac:chgData name="Fake Test User" userId="SID-0" providerId="Test" clId="FakeClientId" dt="2024-03-06T06:54:07.295" v="12" actId="2711"/>
            <ac:spMkLst>
              <pc:docMk/>
              <pc:sldMasterMk cId="1965934658" sldId="2147483648"/>
              <pc:sldLayoutMk cId="1517468019" sldId="2147483667"/>
              <ac:spMk id="3" creationId="{254D3190-B78C-42F1-9D62-F523886BBE51}"/>
            </ac:spMkLst>
          </pc:spChg>
          <pc:spChg chg="mod">
            <ac:chgData name="Fake Test User" userId="SID-0" providerId="Test" clId="FakeClientId" dt="2024-03-06T06:54:07.295" v="12" actId="2711"/>
            <ac:spMkLst>
              <pc:docMk/>
              <pc:sldMasterMk cId="1965934658" sldId="2147483648"/>
              <pc:sldLayoutMk cId="1517468019" sldId="2147483667"/>
              <ac:spMk id="4" creationId="{EA381C40-F9FC-4D58-8508-F0632DF5A018}"/>
            </ac:spMkLst>
          </pc:spChg>
          <pc:spChg chg="mod">
            <ac:chgData name="Fake Test User" userId="SID-0" providerId="Test" clId="FakeClientId" dt="2024-03-06T06:54:07.295" v="12" actId="2711"/>
            <ac:spMkLst>
              <pc:docMk/>
              <pc:sldMasterMk cId="1965934658" sldId="2147483648"/>
              <pc:sldLayoutMk cId="1517468019" sldId="2147483667"/>
              <ac:spMk id="5" creationId="{2101CBCC-4CC2-49BD-B155-01E0F4D798BE}"/>
            </ac:spMkLst>
          </pc:spChg>
          <pc:spChg chg="mod">
            <ac:chgData name="Fake Test User" userId="SID-0" providerId="Test" clId="FakeClientId" dt="2024-03-06T06:54:07.295" v="12" actId="2711"/>
            <ac:spMkLst>
              <pc:docMk/>
              <pc:sldMasterMk cId="1965934658" sldId="2147483648"/>
              <pc:sldLayoutMk cId="1517468019" sldId="2147483667"/>
              <ac:spMk id="7" creationId="{4F9EBE3B-A856-C23C-4698-B764DF4BC70D}"/>
            </ac:spMkLst>
          </pc:spChg>
          <pc:spChg chg="mod">
            <ac:chgData name="Fake Test User" userId="SID-0" providerId="Test" clId="FakeClientId" dt="2024-03-06T06:54:07.295" v="12" actId="2711"/>
            <ac:spMkLst>
              <pc:docMk/>
              <pc:sldMasterMk cId="1965934658" sldId="2147483648"/>
              <pc:sldLayoutMk cId="1517468019" sldId="2147483667"/>
              <ac:spMk id="8" creationId="{74C9CB37-5251-201C-ACE3-FD69A00C772E}"/>
            </ac:spMkLst>
          </pc:spChg>
          <pc:spChg chg="mod">
            <ac:chgData name="Fake Test User" userId="SID-0" providerId="Test" clId="FakeClientId" dt="2024-03-06T06:54:07.295" v="12" actId="2711"/>
            <ac:spMkLst>
              <pc:docMk/>
              <pc:sldMasterMk cId="1965934658" sldId="2147483648"/>
              <pc:sldLayoutMk cId="1517468019" sldId="2147483667"/>
              <ac:spMk id="9" creationId="{EBF08299-9068-827D-783B-BFF5B95E9574}"/>
            </ac:spMkLst>
          </pc:spChg>
          <pc:spChg chg="mod">
            <ac:chgData name="Fake Test User" userId="SID-0" providerId="Test" clId="FakeClientId" dt="2024-03-06T06:54:07.295" v="12" actId="2711"/>
            <ac:spMkLst>
              <pc:docMk/>
              <pc:sldMasterMk cId="1965934658" sldId="2147483648"/>
              <pc:sldLayoutMk cId="1517468019" sldId="2147483667"/>
              <ac:spMk id="12" creationId="{D22D7888-22FA-4AA1-9BA4-CC61D6643D47}"/>
            </ac:spMkLst>
          </pc:spChg>
          <pc:spChg chg="mod">
            <ac:chgData name="Fake Test User" userId="SID-0" providerId="Test" clId="FakeClientId" dt="2024-03-06T06:54:07.295" v="12" actId="2711"/>
            <ac:spMkLst>
              <pc:docMk/>
              <pc:sldMasterMk cId="1965934658" sldId="2147483648"/>
              <pc:sldLayoutMk cId="1517468019" sldId="2147483667"/>
              <ac:spMk id="14" creationId="{EBB6E464-8999-4773-A1F2-E6CAA990E572}"/>
            </ac:spMkLst>
          </pc:spChg>
          <pc:spChg chg="mod">
            <ac:chgData name="Fake Test User" userId="SID-0" providerId="Test" clId="FakeClientId" dt="2024-03-06T06:54:07.295" v="12" actId="2711"/>
            <ac:spMkLst>
              <pc:docMk/>
              <pc:sldMasterMk cId="1965934658" sldId="2147483648"/>
              <pc:sldLayoutMk cId="1517468019" sldId="2147483667"/>
              <ac:spMk id="18" creationId="{1EA14BE8-FDD0-4434-9C3E-BFF78C22D9E3}"/>
            </ac:spMkLst>
          </pc:spChg>
          <pc:spChg chg="mod">
            <ac:chgData name="Fake Test User" userId="SID-0" providerId="Test" clId="FakeClientId" dt="2024-03-06T06:54:07.295" v="12" actId="2711"/>
            <ac:spMkLst>
              <pc:docMk/>
              <pc:sldMasterMk cId="1965934658" sldId="2147483648"/>
              <pc:sldLayoutMk cId="1517468019" sldId="2147483667"/>
              <ac:spMk id="22" creationId="{E494E364-7EA8-4D92-915D-75D1A3A67C07}"/>
            </ac:spMkLst>
          </pc:spChg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57B8467-6A55-4E5D-839D-96DDDFDAFC6D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B0DCCF74-0A4E-439D-B057-BE4BBB096D58}">
      <dgm:prSet phldrT="[テキスト]"/>
      <dgm:spPr/>
      <dgm:t>
        <a:bodyPr/>
        <a:lstStyle/>
        <a:p>
          <a:r>
            <a:rPr kumimoji="1" lang="ja-JP" altLang="en-US" dirty="0"/>
            <a:t>システムプログラミング</a:t>
          </a:r>
        </a:p>
      </dgm:t>
    </dgm:pt>
    <dgm:pt modelId="{463CA981-201B-4727-A18C-727B027E658C}" type="parTrans" cxnId="{E1601163-826D-4E52-84D0-FF8A379C876E}">
      <dgm:prSet/>
      <dgm:spPr/>
      <dgm:t>
        <a:bodyPr/>
        <a:lstStyle/>
        <a:p>
          <a:endParaRPr kumimoji="1" lang="ja-JP" altLang="en-US"/>
        </a:p>
      </dgm:t>
    </dgm:pt>
    <dgm:pt modelId="{7A667424-2D14-4557-8EB7-B6D940C1F980}" type="sibTrans" cxnId="{E1601163-826D-4E52-84D0-FF8A379C876E}">
      <dgm:prSet/>
      <dgm:spPr/>
      <dgm:t>
        <a:bodyPr/>
        <a:lstStyle/>
        <a:p>
          <a:endParaRPr kumimoji="1" lang="ja-JP" altLang="en-US"/>
        </a:p>
      </dgm:t>
    </dgm:pt>
    <dgm:pt modelId="{22C541F0-013C-46B1-A8EC-B76A0860C846}">
      <dgm:prSet phldrT="[テキスト]"/>
      <dgm:spPr/>
      <dgm:t>
        <a:bodyPr/>
        <a:lstStyle/>
        <a:p>
          <a:r>
            <a:rPr kumimoji="1" lang="en-US" altLang="ja-JP" dirty="0"/>
            <a:t>4/11-5/15</a:t>
          </a:r>
          <a:endParaRPr kumimoji="1" lang="ja-JP" altLang="en-US" dirty="0"/>
        </a:p>
      </dgm:t>
    </dgm:pt>
    <dgm:pt modelId="{7D1841F5-C85A-42BF-8B15-6ABF67224C5A}" type="parTrans" cxnId="{636AB0DD-0DC9-476D-ADA4-D301474034A2}">
      <dgm:prSet/>
      <dgm:spPr/>
      <dgm:t>
        <a:bodyPr/>
        <a:lstStyle/>
        <a:p>
          <a:endParaRPr kumimoji="1" lang="ja-JP" altLang="en-US"/>
        </a:p>
      </dgm:t>
    </dgm:pt>
    <dgm:pt modelId="{7A068504-B76A-4B3D-9EE2-021BA003AC66}" type="sibTrans" cxnId="{636AB0DD-0DC9-476D-ADA4-D301474034A2}">
      <dgm:prSet/>
      <dgm:spPr/>
      <dgm:t>
        <a:bodyPr/>
        <a:lstStyle/>
        <a:p>
          <a:endParaRPr kumimoji="1" lang="ja-JP" altLang="en-US"/>
        </a:p>
      </dgm:t>
    </dgm:pt>
    <dgm:pt modelId="{64665D27-BA86-4511-82A1-D5317153E5AE}">
      <dgm:prSet phldrT="[テキスト]"/>
      <dgm:spPr/>
      <dgm:t>
        <a:bodyPr/>
        <a:lstStyle/>
        <a:p>
          <a:r>
            <a:rPr kumimoji="1" lang="ja-JP" altLang="en-US" dirty="0"/>
            <a:t>自然言語処理</a:t>
          </a:r>
        </a:p>
      </dgm:t>
    </dgm:pt>
    <dgm:pt modelId="{6FEAAE23-FD09-4DFF-8E8B-ECB5FC04F866}" type="parTrans" cxnId="{8CB53CDD-0F09-4E28-9BFC-A2DCD0A68AB1}">
      <dgm:prSet/>
      <dgm:spPr/>
      <dgm:t>
        <a:bodyPr/>
        <a:lstStyle/>
        <a:p>
          <a:endParaRPr kumimoji="1" lang="ja-JP" altLang="en-US"/>
        </a:p>
      </dgm:t>
    </dgm:pt>
    <dgm:pt modelId="{FAD43DDF-D24D-4701-8671-7ED6F2BFC37C}" type="sibTrans" cxnId="{8CB53CDD-0F09-4E28-9BFC-A2DCD0A68AB1}">
      <dgm:prSet/>
      <dgm:spPr/>
      <dgm:t>
        <a:bodyPr/>
        <a:lstStyle/>
        <a:p>
          <a:endParaRPr kumimoji="1" lang="ja-JP" altLang="en-US"/>
        </a:p>
      </dgm:t>
    </dgm:pt>
    <dgm:pt modelId="{A9FBB20B-BB74-4052-BEBB-A69079B27428}">
      <dgm:prSet phldrT="[テキスト]"/>
      <dgm:spPr/>
      <dgm:t>
        <a:bodyPr/>
        <a:lstStyle/>
        <a:p>
          <a:r>
            <a:rPr kumimoji="1" lang="en-US" altLang="ja-JP" dirty="0"/>
            <a:t>5/23-6/20</a:t>
          </a:r>
          <a:endParaRPr kumimoji="1" lang="ja-JP" altLang="en-US" dirty="0"/>
        </a:p>
      </dgm:t>
    </dgm:pt>
    <dgm:pt modelId="{4645E38A-AFEE-4AD9-B29D-A39634F8C95B}" type="parTrans" cxnId="{DD3CB808-1A26-42AE-BDED-CD26F341EFB9}">
      <dgm:prSet/>
      <dgm:spPr/>
      <dgm:t>
        <a:bodyPr/>
        <a:lstStyle/>
        <a:p>
          <a:endParaRPr kumimoji="1" lang="ja-JP" altLang="en-US"/>
        </a:p>
      </dgm:t>
    </dgm:pt>
    <dgm:pt modelId="{B69D4F19-6707-42E9-A7C6-EC3F094DBC67}" type="sibTrans" cxnId="{DD3CB808-1A26-42AE-BDED-CD26F341EFB9}">
      <dgm:prSet/>
      <dgm:spPr/>
      <dgm:t>
        <a:bodyPr/>
        <a:lstStyle/>
        <a:p>
          <a:endParaRPr kumimoji="1" lang="ja-JP" altLang="en-US"/>
        </a:p>
      </dgm:t>
    </dgm:pt>
    <dgm:pt modelId="{1110203A-6EBB-49D9-8A74-3C774392D558}">
      <dgm:prSet phldrT="[テキスト]"/>
      <dgm:spPr/>
      <dgm:t>
        <a:bodyPr/>
        <a:lstStyle/>
        <a:p>
          <a:r>
            <a:rPr kumimoji="1" lang="ja-JP" altLang="en-US" dirty="0"/>
            <a:t>データベース</a:t>
          </a:r>
        </a:p>
      </dgm:t>
    </dgm:pt>
    <dgm:pt modelId="{2D121247-38FF-46D4-A6A3-41BD02D0BB00}" type="parTrans" cxnId="{74A95E58-094C-43B5-BD7B-940FCC446E4E}">
      <dgm:prSet/>
      <dgm:spPr/>
      <dgm:t>
        <a:bodyPr/>
        <a:lstStyle/>
        <a:p>
          <a:endParaRPr kumimoji="1" lang="ja-JP" altLang="en-US"/>
        </a:p>
      </dgm:t>
    </dgm:pt>
    <dgm:pt modelId="{A9A88A4F-0B31-41D2-8DC7-A9F517EEF97A}" type="sibTrans" cxnId="{74A95E58-094C-43B5-BD7B-940FCC446E4E}">
      <dgm:prSet/>
      <dgm:spPr/>
      <dgm:t>
        <a:bodyPr/>
        <a:lstStyle/>
        <a:p>
          <a:endParaRPr kumimoji="1" lang="ja-JP" altLang="en-US"/>
        </a:p>
      </dgm:t>
    </dgm:pt>
    <dgm:pt modelId="{36BCC63D-EB5B-4746-8CFD-D4AB980E6329}">
      <dgm:prSet phldrT="[テキスト]"/>
      <dgm:spPr/>
      <dgm:t>
        <a:bodyPr/>
        <a:lstStyle/>
        <a:p>
          <a:r>
            <a:rPr kumimoji="1" lang="en-US" altLang="ja-JP" dirty="0"/>
            <a:t>6/27-8/1</a:t>
          </a:r>
          <a:endParaRPr kumimoji="1" lang="ja-JP" altLang="en-US" dirty="0"/>
        </a:p>
      </dgm:t>
    </dgm:pt>
    <dgm:pt modelId="{AE044229-63C4-4A97-8A36-97E12F0117D4}" type="parTrans" cxnId="{D6893B05-B8B6-4573-B533-E7FBB18D4B47}">
      <dgm:prSet/>
      <dgm:spPr/>
      <dgm:t>
        <a:bodyPr/>
        <a:lstStyle/>
        <a:p>
          <a:endParaRPr kumimoji="1" lang="ja-JP" altLang="en-US"/>
        </a:p>
      </dgm:t>
    </dgm:pt>
    <dgm:pt modelId="{67C902D4-39A6-47B7-917E-2175E00D9B12}" type="sibTrans" cxnId="{D6893B05-B8B6-4573-B533-E7FBB18D4B47}">
      <dgm:prSet/>
      <dgm:spPr/>
      <dgm:t>
        <a:bodyPr/>
        <a:lstStyle/>
        <a:p>
          <a:endParaRPr kumimoji="1" lang="ja-JP" altLang="en-US"/>
        </a:p>
      </dgm:t>
    </dgm:pt>
    <dgm:pt modelId="{2062A719-98B6-46E8-AA8F-4726CB4DCA57}">
      <dgm:prSet/>
      <dgm:spPr/>
      <dgm:t>
        <a:bodyPr/>
        <a:lstStyle/>
        <a:p>
          <a:r>
            <a:rPr kumimoji="1" lang="ja-JP" altLang="en-US" dirty="0"/>
            <a:t>大矢先生</a:t>
          </a:r>
        </a:p>
      </dgm:t>
    </dgm:pt>
    <dgm:pt modelId="{0C8EFF4F-ADF8-4B7A-96F8-FA413E6B9D60}" type="parTrans" cxnId="{C98A5001-F9AE-4C6A-AD7F-05736F759ED6}">
      <dgm:prSet/>
      <dgm:spPr/>
      <dgm:t>
        <a:bodyPr/>
        <a:lstStyle/>
        <a:p>
          <a:endParaRPr kumimoji="1" lang="ja-JP" altLang="en-US"/>
        </a:p>
      </dgm:t>
    </dgm:pt>
    <dgm:pt modelId="{9DC0E3EE-2E40-41D2-B7D6-F406152F3CF0}" type="sibTrans" cxnId="{C98A5001-F9AE-4C6A-AD7F-05736F759ED6}">
      <dgm:prSet/>
      <dgm:spPr/>
      <dgm:t>
        <a:bodyPr/>
        <a:lstStyle/>
        <a:p>
          <a:endParaRPr kumimoji="1" lang="ja-JP" altLang="en-US"/>
        </a:p>
      </dgm:t>
    </dgm:pt>
    <dgm:pt modelId="{EF1BEAB3-14D9-4021-B435-49CE9C20A838}">
      <dgm:prSet/>
      <dgm:spPr/>
      <dgm:t>
        <a:bodyPr/>
        <a:lstStyle/>
        <a:p>
          <a:r>
            <a:rPr kumimoji="1" lang="ja-JP" altLang="en-US" dirty="0"/>
            <a:t>藤澤孝敏</a:t>
          </a:r>
        </a:p>
      </dgm:t>
    </dgm:pt>
    <dgm:pt modelId="{C6F0EE68-FBF5-407A-B898-45403103A835}" type="parTrans" cxnId="{0DC4D6C5-E3BF-444A-B80E-CA2CA620E407}">
      <dgm:prSet/>
      <dgm:spPr/>
      <dgm:t>
        <a:bodyPr/>
        <a:lstStyle/>
        <a:p>
          <a:endParaRPr kumimoji="1" lang="ja-JP" altLang="en-US"/>
        </a:p>
      </dgm:t>
    </dgm:pt>
    <dgm:pt modelId="{1D9EF20B-35ED-4823-A63D-48EFB6B8ACA1}" type="sibTrans" cxnId="{0DC4D6C5-E3BF-444A-B80E-CA2CA620E407}">
      <dgm:prSet/>
      <dgm:spPr/>
      <dgm:t>
        <a:bodyPr/>
        <a:lstStyle/>
        <a:p>
          <a:endParaRPr kumimoji="1" lang="ja-JP" altLang="en-US"/>
        </a:p>
      </dgm:t>
    </dgm:pt>
    <dgm:pt modelId="{52943DD7-B01C-4D8B-9A7D-71611079CE14}">
      <dgm:prSet/>
      <dgm:spPr/>
      <dgm:t>
        <a:bodyPr/>
        <a:lstStyle/>
        <a:p>
          <a:r>
            <a:rPr kumimoji="1" lang="ja-JP" altLang="en-US" dirty="0"/>
            <a:t>萩原先生</a:t>
          </a:r>
        </a:p>
      </dgm:t>
    </dgm:pt>
    <dgm:pt modelId="{5F52E6CB-637E-4B53-80DC-E8713D525905}" type="parTrans" cxnId="{90736EFC-7B74-40FA-9FC9-EDFA94B54C08}">
      <dgm:prSet/>
      <dgm:spPr/>
      <dgm:t>
        <a:bodyPr/>
        <a:lstStyle/>
        <a:p>
          <a:endParaRPr kumimoji="1" lang="ja-JP" altLang="en-US"/>
        </a:p>
      </dgm:t>
    </dgm:pt>
    <dgm:pt modelId="{536A84A5-49AE-4250-ADA7-D24D9066FEA2}" type="sibTrans" cxnId="{90736EFC-7B74-40FA-9FC9-EDFA94B54C08}">
      <dgm:prSet/>
      <dgm:spPr/>
      <dgm:t>
        <a:bodyPr/>
        <a:lstStyle/>
        <a:p>
          <a:endParaRPr kumimoji="1" lang="ja-JP" altLang="en-US"/>
        </a:p>
      </dgm:t>
    </dgm:pt>
    <dgm:pt modelId="{0D79D0E7-EE38-48EA-9E83-E67F468B058B}" type="pres">
      <dgm:prSet presAssocID="{357B8467-6A55-4E5D-839D-96DDDFDAFC6D}" presName="linear" presStyleCnt="0">
        <dgm:presLayoutVars>
          <dgm:dir/>
          <dgm:animLvl val="lvl"/>
          <dgm:resizeHandles val="exact"/>
        </dgm:presLayoutVars>
      </dgm:prSet>
      <dgm:spPr/>
    </dgm:pt>
    <dgm:pt modelId="{FE1B3DCA-2540-40A8-AD0A-5B92183BA1CA}" type="pres">
      <dgm:prSet presAssocID="{B0DCCF74-0A4E-439D-B057-BE4BBB096D58}" presName="parentLin" presStyleCnt="0"/>
      <dgm:spPr/>
    </dgm:pt>
    <dgm:pt modelId="{EB8B763D-F558-444A-90A1-9596B3CFBA95}" type="pres">
      <dgm:prSet presAssocID="{B0DCCF74-0A4E-439D-B057-BE4BBB096D58}" presName="parentLeftMargin" presStyleLbl="node1" presStyleIdx="0" presStyleCnt="3"/>
      <dgm:spPr/>
    </dgm:pt>
    <dgm:pt modelId="{9C26DDEB-CEA6-4A69-AD0C-EA1E4D449458}" type="pres">
      <dgm:prSet presAssocID="{B0DCCF74-0A4E-439D-B057-BE4BBB096D58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DC1059F0-53E0-4A04-9311-D0E7A565CA8A}" type="pres">
      <dgm:prSet presAssocID="{B0DCCF74-0A4E-439D-B057-BE4BBB096D58}" presName="negativeSpace" presStyleCnt="0"/>
      <dgm:spPr/>
    </dgm:pt>
    <dgm:pt modelId="{3C2792C1-EF27-4B1A-A8E0-65905D81D793}" type="pres">
      <dgm:prSet presAssocID="{B0DCCF74-0A4E-439D-B057-BE4BBB096D58}" presName="childText" presStyleLbl="conFgAcc1" presStyleIdx="0" presStyleCnt="3">
        <dgm:presLayoutVars>
          <dgm:bulletEnabled val="1"/>
        </dgm:presLayoutVars>
      </dgm:prSet>
      <dgm:spPr/>
    </dgm:pt>
    <dgm:pt modelId="{25B97952-B4C2-4BA2-8429-D8BEBD814CF9}" type="pres">
      <dgm:prSet presAssocID="{7A667424-2D14-4557-8EB7-B6D940C1F980}" presName="spaceBetweenRectangles" presStyleCnt="0"/>
      <dgm:spPr/>
    </dgm:pt>
    <dgm:pt modelId="{B182B613-2323-40E2-8796-24ABC79F56F0}" type="pres">
      <dgm:prSet presAssocID="{64665D27-BA86-4511-82A1-D5317153E5AE}" presName="parentLin" presStyleCnt="0"/>
      <dgm:spPr/>
    </dgm:pt>
    <dgm:pt modelId="{87124C10-5DCA-430B-93BA-2CC2A1A4367A}" type="pres">
      <dgm:prSet presAssocID="{64665D27-BA86-4511-82A1-D5317153E5AE}" presName="parentLeftMargin" presStyleLbl="node1" presStyleIdx="0" presStyleCnt="3"/>
      <dgm:spPr/>
    </dgm:pt>
    <dgm:pt modelId="{DD32A6D3-4E6C-4FDA-8DE6-D247F730CC5A}" type="pres">
      <dgm:prSet presAssocID="{64665D27-BA86-4511-82A1-D5317153E5AE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79852A67-A0FC-4FEA-879E-497AD0B78FA4}" type="pres">
      <dgm:prSet presAssocID="{64665D27-BA86-4511-82A1-D5317153E5AE}" presName="negativeSpace" presStyleCnt="0"/>
      <dgm:spPr/>
    </dgm:pt>
    <dgm:pt modelId="{632609D9-8F10-4FC7-997C-35DC3ABBD188}" type="pres">
      <dgm:prSet presAssocID="{64665D27-BA86-4511-82A1-D5317153E5AE}" presName="childText" presStyleLbl="conFgAcc1" presStyleIdx="1" presStyleCnt="3">
        <dgm:presLayoutVars>
          <dgm:bulletEnabled val="1"/>
        </dgm:presLayoutVars>
      </dgm:prSet>
      <dgm:spPr/>
    </dgm:pt>
    <dgm:pt modelId="{F6BA68EF-A947-4F67-87B9-6CB6AD6575A8}" type="pres">
      <dgm:prSet presAssocID="{FAD43DDF-D24D-4701-8671-7ED6F2BFC37C}" presName="spaceBetweenRectangles" presStyleCnt="0"/>
      <dgm:spPr/>
    </dgm:pt>
    <dgm:pt modelId="{D8E0DC31-931A-4E07-9D3F-B8E263B45D2B}" type="pres">
      <dgm:prSet presAssocID="{1110203A-6EBB-49D9-8A74-3C774392D558}" presName="parentLin" presStyleCnt="0"/>
      <dgm:spPr/>
    </dgm:pt>
    <dgm:pt modelId="{9343E763-552C-443C-83A6-9C5BAAE5D4AB}" type="pres">
      <dgm:prSet presAssocID="{1110203A-6EBB-49D9-8A74-3C774392D558}" presName="parentLeftMargin" presStyleLbl="node1" presStyleIdx="1" presStyleCnt="3"/>
      <dgm:spPr/>
    </dgm:pt>
    <dgm:pt modelId="{151033A0-6B5F-4FDC-BBE8-77FF5E3B95E0}" type="pres">
      <dgm:prSet presAssocID="{1110203A-6EBB-49D9-8A74-3C774392D558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1715FCCD-34EB-4A9B-9902-7DE806D406C1}" type="pres">
      <dgm:prSet presAssocID="{1110203A-6EBB-49D9-8A74-3C774392D558}" presName="negativeSpace" presStyleCnt="0"/>
      <dgm:spPr/>
    </dgm:pt>
    <dgm:pt modelId="{ED90FFD8-1659-41A6-9820-83042417CA84}" type="pres">
      <dgm:prSet presAssocID="{1110203A-6EBB-49D9-8A74-3C774392D558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C98A5001-F9AE-4C6A-AD7F-05736F759ED6}" srcId="{B0DCCF74-0A4E-439D-B057-BE4BBB096D58}" destId="{2062A719-98B6-46E8-AA8F-4726CB4DCA57}" srcOrd="1" destOrd="0" parTransId="{0C8EFF4F-ADF8-4B7A-96F8-FA413E6B9D60}" sibTransId="{9DC0E3EE-2E40-41D2-B7D6-F406152F3CF0}"/>
    <dgm:cxn modelId="{D6893B05-B8B6-4573-B533-E7FBB18D4B47}" srcId="{1110203A-6EBB-49D9-8A74-3C774392D558}" destId="{36BCC63D-EB5B-4746-8CFD-D4AB980E6329}" srcOrd="0" destOrd="0" parTransId="{AE044229-63C4-4A97-8A36-97E12F0117D4}" sibTransId="{67C902D4-39A6-47B7-917E-2175E00D9B12}"/>
    <dgm:cxn modelId="{DD3CB808-1A26-42AE-BDED-CD26F341EFB9}" srcId="{64665D27-BA86-4511-82A1-D5317153E5AE}" destId="{A9FBB20B-BB74-4052-BEBB-A69079B27428}" srcOrd="0" destOrd="0" parTransId="{4645E38A-AFEE-4AD9-B29D-A39634F8C95B}" sibTransId="{B69D4F19-6707-42E9-A7C6-EC3F094DBC67}"/>
    <dgm:cxn modelId="{2A116F11-1AAF-488F-AA8B-1AC02E28C52F}" type="presOf" srcId="{EF1BEAB3-14D9-4021-B435-49CE9C20A838}" destId="{632609D9-8F10-4FC7-997C-35DC3ABBD188}" srcOrd="0" destOrd="1" presId="urn:microsoft.com/office/officeart/2005/8/layout/list1"/>
    <dgm:cxn modelId="{D8628714-A612-4AB6-9CC0-3CC13401EA87}" type="presOf" srcId="{A9FBB20B-BB74-4052-BEBB-A69079B27428}" destId="{632609D9-8F10-4FC7-997C-35DC3ABBD188}" srcOrd="0" destOrd="0" presId="urn:microsoft.com/office/officeart/2005/8/layout/list1"/>
    <dgm:cxn modelId="{E1601163-826D-4E52-84D0-FF8A379C876E}" srcId="{357B8467-6A55-4E5D-839D-96DDDFDAFC6D}" destId="{B0DCCF74-0A4E-439D-B057-BE4BBB096D58}" srcOrd="0" destOrd="0" parTransId="{463CA981-201B-4727-A18C-727B027E658C}" sibTransId="{7A667424-2D14-4557-8EB7-B6D940C1F980}"/>
    <dgm:cxn modelId="{CF013D43-BD7C-4FB9-BCB9-18D54BC9AD81}" type="presOf" srcId="{64665D27-BA86-4511-82A1-D5317153E5AE}" destId="{87124C10-5DCA-430B-93BA-2CC2A1A4367A}" srcOrd="0" destOrd="0" presId="urn:microsoft.com/office/officeart/2005/8/layout/list1"/>
    <dgm:cxn modelId="{24FA1F46-41E1-471A-829D-6280B91EEEDA}" type="presOf" srcId="{357B8467-6A55-4E5D-839D-96DDDFDAFC6D}" destId="{0D79D0E7-EE38-48EA-9E83-E67F468B058B}" srcOrd="0" destOrd="0" presId="urn:microsoft.com/office/officeart/2005/8/layout/list1"/>
    <dgm:cxn modelId="{441BB06E-13C4-4210-ACF4-589090F7DEF5}" type="presOf" srcId="{1110203A-6EBB-49D9-8A74-3C774392D558}" destId="{151033A0-6B5F-4FDC-BBE8-77FF5E3B95E0}" srcOrd="1" destOrd="0" presId="urn:microsoft.com/office/officeart/2005/8/layout/list1"/>
    <dgm:cxn modelId="{74A95E58-094C-43B5-BD7B-940FCC446E4E}" srcId="{357B8467-6A55-4E5D-839D-96DDDFDAFC6D}" destId="{1110203A-6EBB-49D9-8A74-3C774392D558}" srcOrd="2" destOrd="0" parTransId="{2D121247-38FF-46D4-A6A3-41BD02D0BB00}" sibTransId="{A9A88A4F-0B31-41D2-8DC7-A9F517EEF97A}"/>
    <dgm:cxn modelId="{9B87EA8B-CCC4-4EAC-B034-2CA0B8D317A7}" type="presOf" srcId="{2062A719-98B6-46E8-AA8F-4726CB4DCA57}" destId="{3C2792C1-EF27-4B1A-A8E0-65905D81D793}" srcOrd="0" destOrd="1" presId="urn:microsoft.com/office/officeart/2005/8/layout/list1"/>
    <dgm:cxn modelId="{6A8DE09B-3FEB-43EF-A9EE-099B9188227E}" type="presOf" srcId="{1110203A-6EBB-49D9-8A74-3C774392D558}" destId="{9343E763-552C-443C-83A6-9C5BAAE5D4AB}" srcOrd="0" destOrd="0" presId="urn:microsoft.com/office/officeart/2005/8/layout/list1"/>
    <dgm:cxn modelId="{8D1743AA-EF8F-4405-BA19-9D2D2C3B1B8B}" type="presOf" srcId="{36BCC63D-EB5B-4746-8CFD-D4AB980E6329}" destId="{ED90FFD8-1659-41A6-9820-83042417CA84}" srcOrd="0" destOrd="0" presId="urn:microsoft.com/office/officeart/2005/8/layout/list1"/>
    <dgm:cxn modelId="{BB81EAAC-6213-4F7A-B4E6-5193535AB596}" type="presOf" srcId="{B0DCCF74-0A4E-439D-B057-BE4BBB096D58}" destId="{EB8B763D-F558-444A-90A1-9596B3CFBA95}" srcOrd="0" destOrd="0" presId="urn:microsoft.com/office/officeart/2005/8/layout/list1"/>
    <dgm:cxn modelId="{BB873BC1-8F0F-40C4-A93C-1BF1BA393E75}" type="presOf" srcId="{64665D27-BA86-4511-82A1-D5317153E5AE}" destId="{DD32A6D3-4E6C-4FDA-8DE6-D247F730CC5A}" srcOrd="1" destOrd="0" presId="urn:microsoft.com/office/officeart/2005/8/layout/list1"/>
    <dgm:cxn modelId="{0F5873C1-FDFE-4B53-883C-2884E464100A}" type="presOf" srcId="{B0DCCF74-0A4E-439D-B057-BE4BBB096D58}" destId="{9C26DDEB-CEA6-4A69-AD0C-EA1E4D449458}" srcOrd="1" destOrd="0" presId="urn:microsoft.com/office/officeart/2005/8/layout/list1"/>
    <dgm:cxn modelId="{0DC4D6C5-E3BF-444A-B80E-CA2CA620E407}" srcId="{64665D27-BA86-4511-82A1-D5317153E5AE}" destId="{EF1BEAB3-14D9-4021-B435-49CE9C20A838}" srcOrd="1" destOrd="0" parTransId="{C6F0EE68-FBF5-407A-B898-45403103A835}" sibTransId="{1D9EF20B-35ED-4823-A63D-48EFB6B8ACA1}"/>
    <dgm:cxn modelId="{A14705CF-1086-40F9-8409-474F2377FE90}" type="presOf" srcId="{22C541F0-013C-46B1-A8EC-B76A0860C846}" destId="{3C2792C1-EF27-4B1A-A8E0-65905D81D793}" srcOrd="0" destOrd="0" presId="urn:microsoft.com/office/officeart/2005/8/layout/list1"/>
    <dgm:cxn modelId="{8CB53CDD-0F09-4E28-9BFC-A2DCD0A68AB1}" srcId="{357B8467-6A55-4E5D-839D-96DDDFDAFC6D}" destId="{64665D27-BA86-4511-82A1-D5317153E5AE}" srcOrd="1" destOrd="0" parTransId="{6FEAAE23-FD09-4DFF-8E8B-ECB5FC04F866}" sibTransId="{FAD43DDF-D24D-4701-8671-7ED6F2BFC37C}"/>
    <dgm:cxn modelId="{636AB0DD-0DC9-476D-ADA4-D301474034A2}" srcId="{B0DCCF74-0A4E-439D-B057-BE4BBB096D58}" destId="{22C541F0-013C-46B1-A8EC-B76A0860C846}" srcOrd="0" destOrd="0" parTransId="{7D1841F5-C85A-42BF-8B15-6ABF67224C5A}" sibTransId="{7A068504-B76A-4B3D-9EE2-021BA003AC66}"/>
    <dgm:cxn modelId="{06194EE9-03E3-4DBD-AD84-41A8BCEB8969}" type="presOf" srcId="{52943DD7-B01C-4D8B-9A7D-71611079CE14}" destId="{ED90FFD8-1659-41A6-9820-83042417CA84}" srcOrd="0" destOrd="1" presId="urn:microsoft.com/office/officeart/2005/8/layout/list1"/>
    <dgm:cxn modelId="{90736EFC-7B74-40FA-9FC9-EDFA94B54C08}" srcId="{1110203A-6EBB-49D9-8A74-3C774392D558}" destId="{52943DD7-B01C-4D8B-9A7D-71611079CE14}" srcOrd="1" destOrd="0" parTransId="{5F52E6CB-637E-4B53-80DC-E8713D525905}" sibTransId="{536A84A5-49AE-4250-ADA7-D24D9066FEA2}"/>
    <dgm:cxn modelId="{9FA1AED4-FFB3-472F-8B81-57C89ED701F8}" type="presParOf" srcId="{0D79D0E7-EE38-48EA-9E83-E67F468B058B}" destId="{FE1B3DCA-2540-40A8-AD0A-5B92183BA1CA}" srcOrd="0" destOrd="0" presId="urn:microsoft.com/office/officeart/2005/8/layout/list1"/>
    <dgm:cxn modelId="{843DB486-C8B2-4D04-8EE1-953906D84C07}" type="presParOf" srcId="{FE1B3DCA-2540-40A8-AD0A-5B92183BA1CA}" destId="{EB8B763D-F558-444A-90A1-9596B3CFBA95}" srcOrd="0" destOrd="0" presId="urn:microsoft.com/office/officeart/2005/8/layout/list1"/>
    <dgm:cxn modelId="{FD4869EF-FCF7-4ACB-AC77-394CA8F8837E}" type="presParOf" srcId="{FE1B3DCA-2540-40A8-AD0A-5B92183BA1CA}" destId="{9C26DDEB-CEA6-4A69-AD0C-EA1E4D449458}" srcOrd="1" destOrd="0" presId="urn:microsoft.com/office/officeart/2005/8/layout/list1"/>
    <dgm:cxn modelId="{EFD605E7-5420-4C37-AEC8-28300F2A9324}" type="presParOf" srcId="{0D79D0E7-EE38-48EA-9E83-E67F468B058B}" destId="{DC1059F0-53E0-4A04-9311-D0E7A565CA8A}" srcOrd="1" destOrd="0" presId="urn:microsoft.com/office/officeart/2005/8/layout/list1"/>
    <dgm:cxn modelId="{36E88F33-F53C-4554-ABD0-7C9B9A571369}" type="presParOf" srcId="{0D79D0E7-EE38-48EA-9E83-E67F468B058B}" destId="{3C2792C1-EF27-4B1A-A8E0-65905D81D793}" srcOrd="2" destOrd="0" presId="urn:microsoft.com/office/officeart/2005/8/layout/list1"/>
    <dgm:cxn modelId="{77F83CFF-9222-482C-9029-8CDEB25B68D8}" type="presParOf" srcId="{0D79D0E7-EE38-48EA-9E83-E67F468B058B}" destId="{25B97952-B4C2-4BA2-8429-D8BEBD814CF9}" srcOrd="3" destOrd="0" presId="urn:microsoft.com/office/officeart/2005/8/layout/list1"/>
    <dgm:cxn modelId="{530FAE62-61AA-449D-AD41-E240394980D0}" type="presParOf" srcId="{0D79D0E7-EE38-48EA-9E83-E67F468B058B}" destId="{B182B613-2323-40E2-8796-24ABC79F56F0}" srcOrd="4" destOrd="0" presId="urn:microsoft.com/office/officeart/2005/8/layout/list1"/>
    <dgm:cxn modelId="{618F1DB0-E9C1-4D62-81BD-A6D1182F299C}" type="presParOf" srcId="{B182B613-2323-40E2-8796-24ABC79F56F0}" destId="{87124C10-5DCA-430B-93BA-2CC2A1A4367A}" srcOrd="0" destOrd="0" presId="urn:microsoft.com/office/officeart/2005/8/layout/list1"/>
    <dgm:cxn modelId="{FEF57B37-BB5A-4080-B6FE-8E0EFA690592}" type="presParOf" srcId="{B182B613-2323-40E2-8796-24ABC79F56F0}" destId="{DD32A6D3-4E6C-4FDA-8DE6-D247F730CC5A}" srcOrd="1" destOrd="0" presId="urn:microsoft.com/office/officeart/2005/8/layout/list1"/>
    <dgm:cxn modelId="{288DBAB1-1AE3-4854-AD19-E57D5DF25AFA}" type="presParOf" srcId="{0D79D0E7-EE38-48EA-9E83-E67F468B058B}" destId="{79852A67-A0FC-4FEA-879E-497AD0B78FA4}" srcOrd="5" destOrd="0" presId="urn:microsoft.com/office/officeart/2005/8/layout/list1"/>
    <dgm:cxn modelId="{DE4EADB6-2413-4695-BF37-0757799DE3FB}" type="presParOf" srcId="{0D79D0E7-EE38-48EA-9E83-E67F468B058B}" destId="{632609D9-8F10-4FC7-997C-35DC3ABBD188}" srcOrd="6" destOrd="0" presId="urn:microsoft.com/office/officeart/2005/8/layout/list1"/>
    <dgm:cxn modelId="{573ECF03-67AA-4F99-9776-5C4C7D90142A}" type="presParOf" srcId="{0D79D0E7-EE38-48EA-9E83-E67F468B058B}" destId="{F6BA68EF-A947-4F67-87B9-6CB6AD6575A8}" srcOrd="7" destOrd="0" presId="urn:microsoft.com/office/officeart/2005/8/layout/list1"/>
    <dgm:cxn modelId="{A82E25DD-4E58-448F-87EE-46CDC9E514D9}" type="presParOf" srcId="{0D79D0E7-EE38-48EA-9E83-E67F468B058B}" destId="{D8E0DC31-931A-4E07-9D3F-B8E263B45D2B}" srcOrd="8" destOrd="0" presId="urn:microsoft.com/office/officeart/2005/8/layout/list1"/>
    <dgm:cxn modelId="{A78F5CFD-48FB-4E24-8185-BC64BD3DE32C}" type="presParOf" srcId="{D8E0DC31-931A-4E07-9D3F-B8E263B45D2B}" destId="{9343E763-552C-443C-83A6-9C5BAAE5D4AB}" srcOrd="0" destOrd="0" presId="urn:microsoft.com/office/officeart/2005/8/layout/list1"/>
    <dgm:cxn modelId="{B189E31A-0993-4B97-B189-19DF8BA53552}" type="presParOf" srcId="{D8E0DC31-931A-4E07-9D3F-B8E263B45D2B}" destId="{151033A0-6B5F-4FDC-BBE8-77FF5E3B95E0}" srcOrd="1" destOrd="0" presId="urn:microsoft.com/office/officeart/2005/8/layout/list1"/>
    <dgm:cxn modelId="{899BDF9C-B874-47E1-B6E7-0DA29D4561B3}" type="presParOf" srcId="{0D79D0E7-EE38-48EA-9E83-E67F468B058B}" destId="{1715FCCD-34EB-4A9B-9902-7DE806D406C1}" srcOrd="9" destOrd="0" presId="urn:microsoft.com/office/officeart/2005/8/layout/list1"/>
    <dgm:cxn modelId="{8913727D-D6E4-433C-8745-BA1BFE573738}" type="presParOf" srcId="{0D79D0E7-EE38-48EA-9E83-E67F468B058B}" destId="{ED90FFD8-1659-41A6-9820-83042417CA84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22352EE-8658-4544-A177-C3145866FF31}" type="doc">
      <dgm:prSet loTypeId="urn:microsoft.com/office/officeart/2005/8/layout/process4" loCatId="process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0F3A0FA-4034-4C0B-82B3-BE48F9F54949}">
      <dgm:prSet/>
      <dgm:spPr/>
      <dgm:t>
        <a:bodyPr/>
        <a:lstStyle/>
        <a:p>
          <a:r>
            <a:rPr kumimoji="1" lang="ja-JP" dirty="0"/>
            <a:t>自然言語の分析手法として，文書の中で特定の「単語の重要度を表す数値」を算出するプログラムを作成する</a:t>
          </a:r>
          <a:endParaRPr lang="en-US" dirty="0"/>
        </a:p>
      </dgm:t>
    </dgm:pt>
    <dgm:pt modelId="{0633FC43-FDC3-4BF7-9ED4-F3B7C7A28D89}" type="parTrans" cxnId="{81FE401D-C1CD-44EE-939B-ADA6C901CCC2}">
      <dgm:prSet/>
      <dgm:spPr/>
      <dgm:t>
        <a:bodyPr/>
        <a:lstStyle/>
        <a:p>
          <a:endParaRPr lang="en-US"/>
        </a:p>
      </dgm:t>
    </dgm:pt>
    <dgm:pt modelId="{14C646AA-7D97-4729-ADC9-9F8CB98F3576}" type="sibTrans" cxnId="{81FE401D-C1CD-44EE-939B-ADA6C901CCC2}">
      <dgm:prSet/>
      <dgm:spPr/>
      <dgm:t>
        <a:bodyPr/>
        <a:lstStyle/>
        <a:p>
          <a:endParaRPr lang="en-US"/>
        </a:p>
      </dgm:t>
    </dgm:pt>
    <dgm:pt modelId="{65941E88-FA94-4B44-9758-B5DF359C4153}">
      <dgm:prSet/>
      <dgm:spPr/>
      <dgm:t>
        <a:bodyPr/>
        <a:lstStyle/>
        <a:p>
          <a:r>
            <a:rPr kumimoji="1" lang="ja-JP" dirty="0"/>
            <a:t>「単語の重要度を表す数値」は何に使われるか</a:t>
          </a:r>
          <a:r>
            <a:rPr kumimoji="1" lang="ja-JP" altLang="en-US" dirty="0"/>
            <a:t>，</a:t>
          </a:r>
          <a:r>
            <a:rPr lang="ja-JP" altLang="en-US" dirty="0"/>
            <a:t>例えば</a:t>
          </a:r>
          <a:endParaRPr lang="en-US" dirty="0"/>
        </a:p>
      </dgm:t>
    </dgm:pt>
    <dgm:pt modelId="{C067F0DA-775E-43B6-B740-5A33A906A2B0}" type="parTrans" cxnId="{69AA69E4-B763-44C8-9C79-526FBCE6E015}">
      <dgm:prSet/>
      <dgm:spPr/>
      <dgm:t>
        <a:bodyPr/>
        <a:lstStyle/>
        <a:p>
          <a:endParaRPr lang="en-US"/>
        </a:p>
      </dgm:t>
    </dgm:pt>
    <dgm:pt modelId="{A0922533-045E-4D1E-9534-0CAE4B3D4CD7}" type="sibTrans" cxnId="{69AA69E4-B763-44C8-9C79-526FBCE6E015}">
      <dgm:prSet/>
      <dgm:spPr/>
      <dgm:t>
        <a:bodyPr/>
        <a:lstStyle/>
        <a:p>
          <a:endParaRPr lang="en-US"/>
        </a:p>
      </dgm:t>
    </dgm:pt>
    <dgm:pt modelId="{47BB15A9-43E6-49A2-A2F6-DDA14C43E4F6}">
      <dgm:prSet custT="1"/>
      <dgm:spPr/>
      <dgm:t>
        <a:bodyPr/>
        <a:lstStyle/>
        <a:p>
          <a:r>
            <a:rPr kumimoji="1" lang="ja-JP" sz="2800" dirty="0"/>
            <a:t>検索</a:t>
          </a:r>
          <a:endParaRPr lang="en-US" sz="2800" dirty="0"/>
        </a:p>
      </dgm:t>
    </dgm:pt>
    <dgm:pt modelId="{95F4F32C-F018-460A-9CD2-2DC340435054}" type="parTrans" cxnId="{F3A3E976-BB54-4B6D-A685-9A523F2B209E}">
      <dgm:prSet/>
      <dgm:spPr/>
      <dgm:t>
        <a:bodyPr/>
        <a:lstStyle/>
        <a:p>
          <a:endParaRPr lang="en-US"/>
        </a:p>
      </dgm:t>
    </dgm:pt>
    <dgm:pt modelId="{A13EF06D-D070-4D53-85AA-34AA51649A3F}" type="sibTrans" cxnId="{F3A3E976-BB54-4B6D-A685-9A523F2B209E}">
      <dgm:prSet/>
      <dgm:spPr/>
      <dgm:t>
        <a:bodyPr/>
        <a:lstStyle/>
        <a:p>
          <a:endParaRPr lang="en-US"/>
        </a:p>
      </dgm:t>
    </dgm:pt>
    <dgm:pt modelId="{CFF1E268-ADBA-4C5B-B8F2-885D0EDDAD26}">
      <dgm:prSet custT="1"/>
      <dgm:spPr/>
      <dgm:t>
        <a:bodyPr/>
        <a:lstStyle/>
        <a:p>
          <a:r>
            <a:rPr kumimoji="1" lang="ja-JP" sz="2800" dirty="0"/>
            <a:t>分類</a:t>
          </a:r>
          <a:endParaRPr lang="en-US" sz="2800" dirty="0"/>
        </a:p>
      </dgm:t>
    </dgm:pt>
    <dgm:pt modelId="{5CA3CEB3-76FE-44CA-B472-935A0588793A}" type="parTrans" cxnId="{A80AE1E5-889C-4CA8-9BE1-6F8C5F8808EB}">
      <dgm:prSet/>
      <dgm:spPr/>
      <dgm:t>
        <a:bodyPr/>
        <a:lstStyle/>
        <a:p>
          <a:endParaRPr lang="en-US"/>
        </a:p>
      </dgm:t>
    </dgm:pt>
    <dgm:pt modelId="{C9A41CB8-AF00-46C9-A27B-1EFC83179988}" type="sibTrans" cxnId="{A80AE1E5-889C-4CA8-9BE1-6F8C5F8808EB}">
      <dgm:prSet/>
      <dgm:spPr/>
      <dgm:t>
        <a:bodyPr/>
        <a:lstStyle/>
        <a:p>
          <a:endParaRPr lang="en-US"/>
        </a:p>
      </dgm:t>
    </dgm:pt>
    <dgm:pt modelId="{92DCB9B6-CDAA-4C83-B219-7A0BF3359BB0}">
      <dgm:prSet custT="1"/>
      <dgm:spPr/>
      <dgm:t>
        <a:bodyPr/>
        <a:lstStyle/>
        <a:p>
          <a:r>
            <a:rPr kumimoji="1" lang="ja-JP" sz="2800" dirty="0"/>
            <a:t>要約</a:t>
          </a:r>
          <a:endParaRPr lang="en-US" sz="2800" dirty="0"/>
        </a:p>
      </dgm:t>
    </dgm:pt>
    <dgm:pt modelId="{C582C88A-873A-4CCC-8EB5-04956CDDFB14}" type="parTrans" cxnId="{37CA9220-5C51-46A3-966F-64968767EE6C}">
      <dgm:prSet/>
      <dgm:spPr/>
      <dgm:t>
        <a:bodyPr/>
        <a:lstStyle/>
        <a:p>
          <a:endParaRPr lang="en-US"/>
        </a:p>
      </dgm:t>
    </dgm:pt>
    <dgm:pt modelId="{954A3472-5795-488A-9CDB-421F3D150F60}" type="sibTrans" cxnId="{37CA9220-5C51-46A3-966F-64968767EE6C}">
      <dgm:prSet/>
      <dgm:spPr/>
      <dgm:t>
        <a:bodyPr/>
        <a:lstStyle/>
        <a:p>
          <a:endParaRPr lang="en-US"/>
        </a:p>
      </dgm:t>
    </dgm:pt>
    <dgm:pt modelId="{DE4CE5DC-0930-4F50-8A88-FFC865AC677F}" type="pres">
      <dgm:prSet presAssocID="{322352EE-8658-4544-A177-C3145866FF31}" presName="Name0" presStyleCnt="0">
        <dgm:presLayoutVars>
          <dgm:dir/>
          <dgm:animLvl val="lvl"/>
          <dgm:resizeHandles val="exact"/>
        </dgm:presLayoutVars>
      </dgm:prSet>
      <dgm:spPr/>
    </dgm:pt>
    <dgm:pt modelId="{E080D7C9-7875-452C-A45B-EC6FE18920ED}" type="pres">
      <dgm:prSet presAssocID="{65941E88-FA94-4B44-9758-B5DF359C4153}" presName="boxAndChildren" presStyleCnt="0"/>
      <dgm:spPr/>
    </dgm:pt>
    <dgm:pt modelId="{76C480F8-6C0C-4959-B4A4-1969941A5C8E}" type="pres">
      <dgm:prSet presAssocID="{65941E88-FA94-4B44-9758-B5DF359C4153}" presName="parentTextBox" presStyleLbl="node1" presStyleIdx="0" presStyleCnt="2"/>
      <dgm:spPr/>
    </dgm:pt>
    <dgm:pt modelId="{8AA70B37-3CEF-445D-A8D9-15E57B1201CF}" type="pres">
      <dgm:prSet presAssocID="{65941E88-FA94-4B44-9758-B5DF359C4153}" presName="entireBox" presStyleLbl="node1" presStyleIdx="0" presStyleCnt="2"/>
      <dgm:spPr/>
    </dgm:pt>
    <dgm:pt modelId="{620D5853-93D8-4329-AFED-18E7733101A6}" type="pres">
      <dgm:prSet presAssocID="{65941E88-FA94-4B44-9758-B5DF359C4153}" presName="descendantBox" presStyleCnt="0"/>
      <dgm:spPr/>
    </dgm:pt>
    <dgm:pt modelId="{D896AE0D-C07F-4279-9264-FCD679DD16F2}" type="pres">
      <dgm:prSet presAssocID="{47BB15A9-43E6-49A2-A2F6-DDA14C43E4F6}" presName="childTextBox" presStyleLbl="fgAccFollowNode1" presStyleIdx="0" presStyleCnt="3">
        <dgm:presLayoutVars>
          <dgm:bulletEnabled val="1"/>
        </dgm:presLayoutVars>
      </dgm:prSet>
      <dgm:spPr/>
    </dgm:pt>
    <dgm:pt modelId="{904800C4-6F5A-420B-B86B-EBE4E4595296}" type="pres">
      <dgm:prSet presAssocID="{CFF1E268-ADBA-4C5B-B8F2-885D0EDDAD26}" presName="childTextBox" presStyleLbl="fgAccFollowNode1" presStyleIdx="1" presStyleCnt="3">
        <dgm:presLayoutVars>
          <dgm:bulletEnabled val="1"/>
        </dgm:presLayoutVars>
      </dgm:prSet>
      <dgm:spPr/>
    </dgm:pt>
    <dgm:pt modelId="{CB550C29-3DF5-446F-B0C0-AD0E48841880}" type="pres">
      <dgm:prSet presAssocID="{92DCB9B6-CDAA-4C83-B219-7A0BF3359BB0}" presName="childTextBox" presStyleLbl="fgAccFollowNode1" presStyleIdx="2" presStyleCnt="3">
        <dgm:presLayoutVars>
          <dgm:bulletEnabled val="1"/>
        </dgm:presLayoutVars>
      </dgm:prSet>
      <dgm:spPr/>
    </dgm:pt>
    <dgm:pt modelId="{9BFC5BAB-CB0F-4C15-96A2-6459697ED544}" type="pres">
      <dgm:prSet presAssocID="{14C646AA-7D97-4729-ADC9-9F8CB98F3576}" presName="sp" presStyleCnt="0"/>
      <dgm:spPr/>
    </dgm:pt>
    <dgm:pt modelId="{8DA9BB91-E2BD-44C7-ABEF-63A55339B2DE}" type="pres">
      <dgm:prSet presAssocID="{10F3A0FA-4034-4C0B-82B3-BE48F9F54949}" presName="arrowAndChildren" presStyleCnt="0"/>
      <dgm:spPr/>
    </dgm:pt>
    <dgm:pt modelId="{9B7B6F37-7D3D-4E2E-9F72-D3BB6B642804}" type="pres">
      <dgm:prSet presAssocID="{10F3A0FA-4034-4C0B-82B3-BE48F9F54949}" presName="parentTextArrow" presStyleLbl="node1" presStyleIdx="1" presStyleCnt="2"/>
      <dgm:spPr/>
    </dgm:pt>
  </dgm:ptLst>
  <dgm:cxnLst>
    <dgm:cxn modelId="{0119E101-F883-4AA7-B595-A04F8039ED84}" type="presOf" srcId="{65941E88-FA94-4B44-9758-B5DF359C4153}" destId="{76C480F8-6C0C-4959-B4A4-1969941A5C8E}" srcOrd="0" destOrd="0" presId="urn:microsoft.com/office/officeart/2005/8/layout/process4"/>
    <dgm:cxn modelId="{A8409E09-2876-4C07-8393-B071968B0DAA}" type="presOf" srcId="{322352EE-8658-4544-A177-C3145866FF31}" destId="{DE4CE5DC-0930-4F50-8A88-FFC865AC677F}" srcOrd="0" destOrd="0" presId="urn:microsoft.com/office/officeart/2005/8/layout/process4"/>
    <dgm:cxn modelId="{6C576410-2805-4600-B2E6-E251F95AFF14}" type="presOf" srcId="{65941E88-FA94-4B44-9758-B5DF359C4153}" destId="{8AA70B37-3CEF-445D-A8D9-15E57B1201CF}" srcOrd="1" destOrd="0" presId="urn:microsoft.com/office/officeart/2005/8/layout/process4"/>
    <dgm:cxn modelId="{81FE401D-C1CD-44EE-939B-ADA6C901CCC2}" srcId="{322352EE-8658-4544-A177-C3145866FF31}" destId="{10F3A0FA-4034-4C0B-82B3-BE48F9F54949}" srcOrd="0" destOrd="0" parTransId="{0633FC43-FDC3-4BF7-9ED4-F3B7C7A28D89}" sibTransId="{14C646AA-7D97-4729-ADC9-9F8CB98F3576}"/>
    <dgm:cxn modelId="{37CA9220-5C51-46A3-966F-64968767EE6C}" srcId="{65941E88-FA94-4B44-9758-B5DF359C4153}" destId="{92DCB9B6-CDAA-4C83-B219-7A0BF3359BB0}" srcOrd="2" destOrd="0" parTransId="{C582C88A-873A-4CCC-8EB5-04956CDDFB14}" sibTransId="{954A3472-5795-488A-9CDB-421F3D150F60}"/>
    <dgm:cxn modelId="{238F4227-06F0-41BD-A2B3-62946F8A6536}" type="presOf" srcId="{92DCB9B6-CDAA-4C83-B219-7A0BF3359BB0}" destId="{CB550C29-3DF5-446F-B0C0-AD0E48841880}" srcOrd="0" destOrd="0" presId="urn:microsoft.com/office/officeart/2005/8/layout/process4"/>
    <dgm:cxn modelId="{8F2FB241-54BE-4904-ADFF-F4C552F90414}" type="presOf" srcId="{CFF1E268-ADBA-4C5B-B8F2-885D0EDDAD26}" destId="{904800C4-6F5A-420B-B86B-EBE4E4595296}" srcOrd="0" destOrd="0" presId="urn:microsoft.com/office/officeart/2005/8/layout/process4"/>
    <dgm:cxn modelId="{F3A3E976-BB54-4B6D-A685-9A523F2B209E}" srcId="{65941E88-FA94-4B44-9758-B5DF359C4153}" destId="{47BB15A9-43E6-49A2-A2F6-DDA14C43E4F6}" srcOrd="0" destOrd="0" parTransId="{95F4F32C-F018-460A-9CD2-2DC340435054}" sibTransId="{A13EF06D-D070-4D53-85AA-34AA51649A3F}"/>
    <dgm:cxn modelId="{945CBC97-01EF-42FD-97E4-41EF90D9FB75}" type="presOf" srcId="{47BB15A9-43E6-49A2-A2F6-DDA14C43E4F6}" destId="{D896AE0D-C07F-4279-9264-FCD679DD16F2}" srcOrd="0" destOrd="0" presId="urn:microsoft.com/office/officeart/2005/8/layout/process4"/>
    <dgm:cxn modelId="{698CEFD2-4DCB-4A99-A09B-C8EEDE251460}" type="presOf" srcId="{10F3A0FA-4034-4C0B-82B3-BE48F9F54949}" destId="{9B7B6F37-7D3D-4E2E-9F72-D3BB6B642804}" srcOrd="0" destOrd="0" presId="urn:microsoft.com/office/officeart/2005/8/layout/process4"/>
    <dgm:cxn modelId="{69AA69E4-B763-44C8-9C79-526FBCE6E015}" srcId="{322352EE-8658-4544-A177-C3145866FF31}" destId="{65941E88-FA94-4B44-9758-B5DF359C4153}" srcOrd="1" destOrd="0" parTransId="{C067F0DA-775E-43B6-B740-5A33A906A2B0}" sibTransId="{A0922533-045E-4D1E-9534-0CAE4B3D4CD7}"/>
    <dgm:cxn modelId="{A80AE1E5-889C-4CA8-9BE1-6F8C5F8808EB}" srcId="{65941E88-FA94-4B44-9758-B5DF359C4153}" destId="{CFF1E268-ADBA-4C5B-B8F2-885D0EDDAD26}" srcOrd="1" destOrd="0" parTransId="{5CA3CEB3-76FE-44CA-B472-935A0588793A}" sibTransId="{C9A41CB8-AF00-46C9-A27B-1EFC83179988}"/>
    <dgm:cxn modelId="{23D652D0-E952-4ADE-A1F6-3F50260905F6}" type="presParOf" srcId="{DE4CE5DC-0930-4F50-8A88-FFC865AC677F}" destId="{E080D7C9-7875-452C-A45B-EC6FE18920ED}" srcOrd="0" destOrd="0" presId="urn:microsoft.com/office/officeart/2005/8/layout/process4"/>
    <dgm:cxn modelId="{8D4B2E4A-ED43-4386-8AE6-880B2646BE3F}" type="presParOf" srcId="{E080D7C9-7875-452C-A45B-EC6FE18920ED}" destId="{76C480F8-6C0C-4959-B4A4-1969941A5C8E}" srcOrd="0" destOrd="0" presId="urn:microsoft.com/office/officeart/2005/8/layout/process4"/>
    <dgm:cxn modelId="{59D16A9F-0BEB-42EF-B540-E0920D268CD3}" type="presParOf" srcId="{E080D7C9-7875-452C-A45B-EC6FE18920ED}" destId="{8AA70B37-3CEF-445D-A8D9-15E57B1201CF}" srcOrd="1" destOrd="0" presId="urn:microsoft.com/office/officeart/2005/8/layout/process4"/>
    <dgm:cxn modelId="{9C72BC2D-DAD2-4B2D-B0E8-56728A63304B}" type="presParOf" srcId="{E080D7C9-7875-452C-A45B-EC6FE18920ED}" destId="{620D5853-93D8-4329-AFED-18E7733101A6}" srcOrd="2" destOrd="0" presId="urn:microsoft.com/office/officeart/2005/8/layout/process4"/>
    <dgm:cxn modelId="{CB32F82B-FB8F-4A6A-BFBD-26D80CD5ADFD}" type="presParOf" srcId="{620D5853-93D8-4329-AFED-18E7733101A6}" destId="{D896AE0D-C07F-4279-9264-FCD679DD16F2}" srcOrd="0" destOrd="0" presId="urn:microsoft.com/office/officeart/2005/8/layout/process4"/>
    <dgm:cxn modelId="{4950648F-7618-483B-B912-7F478332295D}" type="presParOf" srcId="{620D5853-93D8-4329-AFED-18E7733101A6}" destId="{904800C4-6F5A-420B-B86B-EBE4E4595296}" srcOrd="1" destOrd="0" presId="urn:microsoft.com/office/officeart/2005/8/layout/process4"/>
    <dgm:cxn modelId="{6BA4E821-9054-421C-A78D-B8D3B51D0147}" type="presParOf" srcId="{620D5853-93D8-4329-AFED-18E7733101A6}" destId="{CB550C29-3DF5-446F-B0C0-AD0E48841880}" srcOrd="2" destOrd="0" presId="urn:microsoft.com/office/officeart/2005/8/layout/process4"/>
    <dgm:cxn modelId="{F18E95CC-CC1F-48F2-9053-8509E9190559}" type="presParOf" srcId="{DE4CE5DC-0930-4F50-8A88-FFC865AC677F}" destId="{9BFC5BAB-CB0F-4C15-96A2-6459697ED544}" srcOrd="1" destOrd="0" presId="urn:microsoft.com/office/officeart/2005/8/layout/process4"/>
    <dgm:cxn modelId="{46931C2C-4F14-4AC2-A6B9-015FBA8F7CFB}" type="presParOf" srcId="{DE4CE5DC-0930-4F50-8A88-FFC865AC677F}" destId="{8DA9BB91-E2BD-44C7-ABEF-63A55339B2DE}" srcOrd="2" destOrd="0" presId="urn:microsoft.com/office/officeart/2005/8/layout/process4"/>
    <dgm:cxn modelId="{6065F116-7464-4825-A0DC-2CD27953B298}" type="presParOf" srcId="{8DA9BB91-E2BD-44C7-ABEF-63A55339B2DE}" destId="{9B7B6F37-7D3D-4E2E-9F72-D3BB6B642804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C2792C1-EF27-4B1A-A8E0-65905D81D793}">
      <dsp:nvSpPr>
        <dsp:cNvPr id="0" name=""/>
        <dsp:cNvSpPr/>
      </dsp:nvSpPr>
      <dsp:spPr>
        <a:xfrm>
          <a:off x="0" y="302849"/>
          <a:ext cx="7315199" cy="10773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7741" tIns="374904" rIns="567741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en-US" altLang="ja-JP" sz="1800" kern="1200" dirty="0"/>
            <a:t>4/11-5/15</a:t>
          </a:r>
          <a:endParaRPr kumimoji="1" lang="ja-JP" alt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ja-JP" altLang="en-US" sz="1800" kern="1200" dirty="0"/>
            <a:t>大矢先生</a:t>
          </a:r>
        </a:p>
      </dsp:txBody>
      <dsp:txXfrm>
        <a:off x="0" y="302849"/>
        <a:ext cx="7315199" cy="1077300"/>
      </dsp:txXfrm>
    </dsp:sp>
    <dsp:sp modelId="{9C26DDEB-CEA6-4A69-AD0C-EA1E4D449458}">
      <dsp:nvSpPr>
        <dsp:cNvPr id="0" name=""/>
        <dsp:cNvSpPr/>
      </dsp:nvSpPr>
      <dsp:spPr>
        <a:xfrm>
          <a:off x="365759" y="37169"/>
          <a:ext cx="5120639" cy="5313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3548" tIns="0" rIns="193548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800" kern="1200" dirty="0"/>
            <a:t>システムプログラミング</a:t>
          </a:r>
        </a:p>
      </dsp:txBody>
      <dsp:txXfrm>
        <a:off x="391698" y="63108"/>
        <a:ext cx="5068761" cy="479482"/>
      </dsp:txXfrm>
    </dsp:sp>
    <dsp:sp modelId="{632609D9-8F10-4FC7-997C-35DC3ABBD188}">
      <dsp:nvSpPr>
        <dsp:cNvPr id="0" name=""/>
        <dsp:cNvSpPr/>
      </dsp:nvSpPr>
      <dsp:spPr>
        <a:xfrm>
          <a:off x="0" y="1743029"/>
          <a:ext cx="7315199" cy="10773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7741" tIns="374904" rIns="567741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en-US" altLang="ja-JP" sz="1800" kern="1200" dirty="0"/>
            <a:t>5/23-6/20</a:t>
          </a:r>
          <a:endParaRPr kumimoji="1" lang="ja-JP" alt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ja-JP" altLang="en-US" sz="1800" kern="1200" dirty="0"/>
            <a:t>藤澤孝敏</a:t>
          </a:r>
        </a:p>
      </dsp:txBody>
      <dsp:txXfrm>
        <a:off x="0" y="1743029"/>
        <a:ext cx="7315199" cy="1077300"/>
      </dsp:txXfrm>
    </dsp:sp>
    <dsp:sp modelId="{DD32A6D3-4E6C-4FDA-8DE6-D247F730CC5A}">
      <dsp:nvSpPr>
        <dsp:cNvPr id="0" name=""/>
        <dsp:cNvSpPr/>
      </dsp:nvSpPr>
      <dsp:spPr>
        <a:xfrm>
          <a:off x="365759" y="1477349"/>
          <a:ext cx="5120639" cy="5313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3548" tIns="0" rIns="193548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800" kern="1200" dirty="0"/>
            <a:t>自然言語処理</a:t>
          </a:r>
        </a:p>
      </dsp:txBody>
      <dsp:txXfrm>
        <a:off x="391698" y="1503288"/>
        <a:ext cx="5068761" cy="479482"/>
      </dsp:txXfrm>
    </dsp:sp>
    <dsp:sp modelId="{ED90FFD8-1659-41A6-9820-83042417CA84}">
      <dsp:nvSpPr>
        <dsp:cNvPr id="0" name=""/>
        <dsp:cNvSpPr/>
      </dsp:nvSpPr>
      <dsp:spPr>
        <a:xfrm>
          <a:off x="0" y="3183210"/>
          <a:ext cx="7315199" cy="10773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7741" tIns="374904" rIns="567741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en-US" altLang="ja-JP" sz="1800" kern="1200" dirty="0"/>
            <a:t>6/27-8/1</a:t>
          </a:r>
          <a:endParaRPr kumimoji="1" lang="ja-JP" alt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ja-JP" altLang="en-US" sz="1800" kern="1200" dirty="0"/>
            <a:t>萩原先生</a:t>
          </a:r>
        </a:p>
      </dsp:txBody>
      <dsp:txXfrm>
        <a:off x="0" y="3183210"/>
        <a:ext cx="7315199" cy="1077300"/>
      </dsp:txXfrm>
    </dsp:sp>
    <dsp:sp modelId="{151033A0-6B5F-4FDC-BBE8-77FF5E3B95E0}">
      <dsp:nvSpPr>
        <dsp:cNvPr id="0" name=""/>
        <dsp:cNvSpPr/>
      </dsp:nvSpPr>
      <dsp:spPr>
        <a:xfrm>
          <a:off x="365759" y="2917529"/>
          <a:ext cx="5120639" cy="5313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3548" tIns="0" rIns="193548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800" kern="1200" dirty="0"/>
            <a:t>データベース</a:t>
          </a:r>
        </a:p>
      </dsp:txBody>
      <dsp:txXfrm>
        <a:off x="391698" y="2943468"/>
        <a:ext cx="5068761" cy="47948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A70B37-3CEF-445D-A8D9-15E57B1201CF}">
      <dsp:nvSpPr>
        <dsp:cNvPr id="0" name=""/>
        <dsp:cNvSpPr/>
      </dsp:nvSpPr>
      <dsp:spPr>
        <a:xfrm>
          <a:off x="0" y="2586157"/>
          <a:ext cx="8012113" cy="16967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92024" tIns="192024" rIns="192024" bIns="192024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sz="2700" kern="1200" dirty="0"/>
            <a:t>「単語の重要度を表す数値」は何に使われるか</a:t>
          </a:r>
          <a:r>
            <a:rPr kumimoji="1" lang="ja-JP" altLang="en-US" sz="2700" kern="1200" dirty="0"/>
            <a:t>，</a:t>
          </a:r>
          <a:r>
            <a:rPr lang="ja-JP" altLang="en-US" sz="2700" kern="1200" dirty="0"/>
            <a:t>例えば</a:t>
          </a:r>
          <a:endParaRPr lang="en-US" sz="2700" kern="1200" dirty="0"/>
        </a:p>
      </dsp:txBody>
      <dsp:txXfrm>
        <a:off x="0" y="2586157"/>
        <a:ext cx="8012113" cy="916271"/>
      </dsp:txXfrm>
    </dsp:sp>
    <dsp:sp modelId="{D896AE0D-C07F-4279-9264-FCD679DD16F2}">
      <dsp:nvSpPr>
        <dsp:cNvPr id="0" name=""/>
        <dsp:cNvSpPr/>
      </dsp:nvSpPr>
      <dsp:spPr>
        <a:xfrm>
          <a:off x="3912" y="3468493"/>
          <a:ext cx="2668096" cy="78052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9136" tIns="35560" rIns="199136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sz="2800" kern="1200" dirty="0"/>
            <a:t>検索</a:t>
          </a:r>
          <a:endParaRPr lang="en-US" sz="2800" kern="1200" dirty="0"/>
        </a:p>
      </dsp:txBody>
      <dsp:txXfrm>
        <a:off x="3912" y="3468493"/>
        <a:ext cx="2668096" cy="780527"/>
      </dsp:txXfrm>
    </dsp:sp>
    <dsp:sp modelId="{904800C4-6F5A-420B-B86B-EBE4E4595296}">
      <dsp:nvSpPr>
        <dsp:cNvPr id="0" name=""/>
        <dsp:cNvSpPr/>
      </dsp:nvSpPr>
      <dsp:spPr>
        <a:xfrm>
          <a:off x="2672008" y="3468493"/>
          <a:ext cx="2668096" cy="78052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9136" tIns="35560" rIns="199136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sz="2800" kern="1200" dirty="0"/>
            <a:t>分類</a:t>
          </a:r>
          <a:endParaRPr lang="en-US" sz="2800" kern="1200" dirty="0"/>
        </a:p>
      </dsp:txBody>
      <dsp:txXfrm>
        <a:off x="2672008" y="3468493"/>
        <a:ext cx="2668096" cy="780527"/>
      </dsp:txXfrm>
    </dsp:sp>
    <dsp:sp modelId="{CB550C29-3DF5-446F-B0C0-AD0E48841880}">
      <dsp:nvSpPr>
        <dsp:cNvPr id="0" name=""/>
        <dsp:cNvSpPr/>
      </dsp:nvSpPr>
      <dsp:spPr>
        <a:xfrm>
          <a:off x="5340104" y="3468493"/>
          <a:ext cx="2668096" cy="78052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9136" tIns="35560" rIns="199136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sz="2800" kern="1200" dirty="0"/>
            <a:t>要約</a:t>
          </a:r>
          <a:endParaRPr lang="en-US" sz="2800" kern="1200" dirty="0"/>
        </a:p>
      </dsp:txBody>
      <dsp:txXfrm>
        <a:off x="5340104" y="3468493"/>
        <a:ext cx="2668096" cy="780527"/>
      </dsp:txXfrm>
    </dsp:sp>
    <dsp:sp modelId="{9B7B6F37-7D3D-4E2E-9F72-D3BB6B642804}">
      <dsp:nvSpPr>
        <dsp:cNvPr id="0" name=""/>
        <dsp:cNvSpPr/>
      </dsp:nvSpPr>
      <dsp:spPr>
        <a:xfrm rot="10800000">
          <a:off x="0" y="1932"/>
          <a:ext cx="8012113" cy="2609677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92024" tIns="192024" rIns="192024" bIns="192024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sz="2700" kern="1200" dirty="0"/>
            <a:t>自然言語の分析手法として，文書の中で特定の「単語の重要度を表す数値」を算出するプログラムを作成する</a:t>
          </a:r>
          <a:endParaRPr lang="en-US" sz="2700" kern="1200" dirty="0"/>
        </a:p>
      </dsp:txBody>
      <dsp:txXfrm rot="10800000">
        <a:off x="0" y="1932"/>
        <a:ext cx="8012113" cy="169569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3976AB79-C677-3DB7-78CF-9305D58614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ja-JP" sz="1200"/>
            </a:lvl1pPr>
          </a:lstStyle>
          <a:p>
            <a:pPr rtl="0"/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113AB137-CEA6-0244-F12B-1ECC21172D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ja-JP" sz="1200"/>
            </a:lvl1pPr>
          </a:lstStyle>
          <a:p>
            <a:pPr rtl="0"/>
            <a:fld id="{1B5E5554-CAA2-4960-B26B-04423BBA8022}" type="datetime1">
              <a:rPr lang="ja-JP" altLang="en-US" smtClean="0">
                <a:latin typeface="Meiryo UI" panose="020B0604030504040204" pitchFamily="50" charset="-128"/>
                <a:ea typeface="Meiryo UI" panose="020B0604030504040204" pitchFamily="50" charset="-128"/>
              </a:rPr>
              <a:t>2025/5/22</a:t>
            </a:fld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0868EC96-C6CC-F2AF-D90F-143F4D20A07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ja-JP" sz="1200"/>
            </a:lvl1pPr>
          </a:lstStyle>
          <a:p>
            <a:pPr rtl="0"/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4F8EC8D-EF88-0275-F75C-A789924433B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ja-JP" sz="1200"/>
            </a:lvl1pPr>
          </a:lstStyle>
          <a:p>
            <a:pPr rtl="0"/>
            <a:fld id="{EF757874-EF65-4B61-B062-40C932C81294}" type="slidenum">
              <a:rPr 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‹#›</a:t>
            </a:fld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720278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ja-JP" sz="12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ja-JP" sz="12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0B6378B1-D632-4945-8825-C04D3744D8F9}" type="datetime1">
              <a:rPr lang="en-US" altLang="ja-JP" smtClean="0"/>
              <a:pPr/>
              <a:t>5/22/2025</a:t>
            </a:fld>
            <a:endParaRPr lang="ja-JP" altLang="en-US" dirty="0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ja-JP"/>
            </a:defPPr>
          </a:lstStyle>
          <a:p>
            <a:pPr rtl="0"/>
            <a:endParaRPr lang="ja-JP" dirty="0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ja-JP"/>
            </a:defPPr>
          </a:lstStyle>
          <a:p>
            <a:pPr lvl="0" rtl="0"/>
            <a:r>
              <a:rPr lang="ja-JP" dirty="0"/>
              <a:t>クリックしてマスター テキストのスタイルを編集</a:t>
            </a:r>
          </a:p>
          <a:p>
            <a:pPr lvl="1" rtl="0"/>
            <a:r>
              <a:rPr lang="ja-JP" dirty="0"/>
              <a:t>第 2 レベル</a:t>
            </a:r>
          </a:p>
          <a:p>
            <a:pPr lvl="2" rtl="0"/>
            <a:r>
              <a:rPr lang="ja-JP" dirty="0"/>
              <a:t>第 3 レベル</a:t>
            </a:r>
          </a:p>
          <a:p>
            <a:pPr lvl="3" rtl="0"/>
            <a:r>
              <a:rPr lang="ja-JP" dirty="0"/>
              <a:t>第 4 レベル</a:t>
            </a:r>
          </a:p>
          <a:p>
            <a:pPr lvl="4" rtl="0"/>
            <a:r>
              <a:rPr lang="ja-JP" dirty="0"/>
              <a:t>第 5 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ja-JP" sz="12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ja-JP" sz="12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8B57D50D-BAA9-464B-B391-243138E078D8}" type="slidenum">
              <a:rPr lang="en-US" altLang="ja-JP" smtClean="0"/>
              <a:pPr/>
              <a:t>‹#›</a:t>
            </a:fld>
            <a:endParaRPr lang="en-US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9092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ja-JP"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1pPr>
    <a:lvl2pPr marL="457200" algn="l" defTabSz="914400" rtl="0" eaLnBrk="1" latinLnBrk="0" hangingPunct="1">
      <a:defRPr lang="ja-JP"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2pPr>
    <a:lvl3pPr marL="914400" algn="l" defTabSz="914400" rtl="0" eaLnBrk="1" latinLnBrk="0" hangingPunct="1">
      <a:defRPr lang="ja-JP"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3pPr>
    <a:lvl4pPr marL="1371600" algn="l" defTabSz="914400" rtl="0" eaLnBrk="1" latinLnBrk="0" hangingPunct="1">
      <a:defRPr lang="ja-JP"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4pPr>
    <a:lvl5pPr marL="1828800" algn="l" defTabSz="914400" rtl="0" eaLnBrk="1" latinLnBrk="0" hangingPunct="1">
      <a:defRPr lang="ja-JP"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5pPr>
    <a:lvl6pPr marL="2286000" algn="l" defTabSz="914400" rtl="0" eaLnBrk="1" latinLnBrk="0" hangingPunct="1">
      <a:defRPr lang="ja-JP" sz="1200" kern="1200">
        <a:solidFill>
          <a:schemeClr val="tx1"/>
        </a:solidFill>
        <a:latin typeface="+mn-cs"/>
        <a:ea typeface="+mn-ea"/>
        <a:cs typeface="+mn-cs"/>
      </a:defRPr>
    </a:lvl6pPr>
    <a:lvl7pPr marL="2743200" algn="l" defTabSz="914400" rtl="0" eaLnBrk="1" latinLnBrk="0" hangingPunct="1">
      <a:defRPr lang="ja-JP" sz="1200" kern="1200">
        <a:solidFill>
          <a:schemeClr val="tx1"/>
        </a:solidFill>
        <a:latin typeface="+mn-cs"/>
        <a:ea typeface="+mn-ea"/>
        <a:cs typeface="+mn-cs"/>
      </a:defRPr>
    </a:lvl7pPr>
    <a:lvl8pPr marL="3200400" algn="l" defTabSz="914400" rtl="0" eaLnBrk="1" latinLnBrk="0" hangingPunct="1">
      <a:defRPr lang="ja-JP" sz="1200" kern="1200">
        <a:solidFill>
          <a:schemeClr val="tx1"/>
        </a:solidFill>
        <a:latin typeface="+mn-cs"/>
        <a:ea typeface="+mn-ea"/>
        <a:cs typeface="+mn-cs"/>
      </a:defRPr>
    </a:lvl8pPr>
    <a:lvl9pPr marL="3657600" algn="l" defTabSz="914400" rtl="0" eaLnBrk="1" latinLnBrk="0" hangingPunct="1">
      <a:defRPr lang="ja-JP" sz="1200" kern="1200">
        <a:solidFill>
          <a:schemeClr val="tx1"/>
        </a:solidFill>
        <a:latin typeface="+mn-cs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endParaRPr 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fld id="{8B57D50D-BAA9-464B-B391-243138E078D8}" type="slidenum">
              <a:rPr lang="ja-JP" smtClean="0"/>
              <a:t>1</a:t>
            </a:fld>
            <a:endParaRPr lang="ja-JP" dirty="0"/>
          </a:p>
        </p:txBody>
      </p:sp>
    </p:spTree>
    <p:extLst>
      <p:ext uri="{BB962C8B-B14F-4D97-AF65-F5344CB8AC3E}">
        <p14:creationId xmlns:p14="http://schemas.microsoft.com/office/powerpoint/2010/main" val="23882297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endParaRPr 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fld id="{8B57D50D-BAA9-464B-B391-243138E078D8}" type="slidenum">
              <a:rPr lang="en-US" altLang="ja-JP" smtClean="0"/>
              <a:t>2</a:t>
            </a:fld>
            <a:endParaRPr lang="ja-JP" dirty="0"/>
          </a:p>
        </p:txBody>
      </p:sp>
    </p:spTree>
    <p:extLst>
      <p:ext uri="{BB962C8B-B14F-4D97-AF65-F5344CB8AC3E}">
        <p14:creationId xmlns:p14="http://schemas.microsoft.com/office/powerpoint/2010/main" val="19519197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EC319-AE76-F0D6-5E10-E353C9BEA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34E81966-65F2-DA57-8882-1F99F13AAE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F25214CF-3C79-B7CA-43EB-F2C6FE119F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endParaRPr 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26B9069-063B-7B59-77CD-23C1D97981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fld id="{8B57D50D-BAA9-464B-B391-243138E078D8}" type="slidenum">
              <a:rPr lang="en-US" altLang="ja-JP" smtClean="0"/>
              <a:t>9</a:t>
            </a:fld>
            <a:endParaRPr lang="ja-JP" dirty="0"/>
          </a:p>
        </p:txBody>
      </p:sp>
    </p:spTree>
    <p:extLst>
      <p:ext uri="{BB962C8B-B14F-4D97-AF65-F5344CB8AC3E}">
        <p14:creationId xmlns:p14="http://schemas.microsoft.com/office/powerpoint/2010/main" val="28186076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endParaRPr 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fld id="{8B57D50D-BAA9-464B-B391-243138E078D8}" type="slidenum">
              <a:rPr lang="en-US" altLang="ja-JP" smtClean="0"/>
              <a:t>10</a:t>
            </a:fld>
            <a:endParaRPr lang="ja-JP" dirty="0"/>
          </a:p>
        </p:txBody>
      </p:sp>
    </p:spTree>
    <p:extLst>
      <p:ext uri="{BB962C8B-B14F-4D97-AF65-F5344CB8AC3E}">
        <p14:creationId xmlns:p14="http://schemas.microsoft.com/office/powerpoint/2010/main" val="5075620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endParaRPr 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fld id="{8B57D50D-BAA9-464B-B391-243138E078D8}" type="slidenum">
              <a:rPr lang="en-US" altLang="ja-JP" smtClean="0"/>
              <a:t>11</a:t>
            </a:fld>
            <a:endParaRPr lang="ja-JP" dirty="0"/>
          </a:p>
        </p:txBody>
      </p:sp>
    </p:spTree>
    <p:extLst>
      <p:ext uri="{BB962C8B-B14F-4D97-AF65-F5344CB8AC3E}">
        <p14:creationId xmlns:p14="http://schemas.microsoft.com/office/powerpoint/2010/main" val="2028402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F37A5F-9DE6-4E7E-B5E6-61B209B28BAB}" type="slidenum">
              <a:rPr kumimoji="1" lang="ja-JP" altLang="en-US" smtClean="0"/>
              <a:t>16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611730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endParaRPr 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fld id="{D40C6A29-4676-420C-BBE3-ACC2B80F64D4}" type="slidenum">
              <a:rPr lang="en-US" altLang="ja-JP" smtClean="0"/>
              <a:t>17</a:t>
            </a:fld>
            <a:endParaRPr lang="ja-JP" dirty="0"/>
          </a:p>
        </p:txBody>
      </p:sp>
    </p:spTree>
    <p:extLst>
      <p:ext uri="{BB962C8B-B14F-4D97-AF65-F5344CB8AC3E}">
        <p14:creationId xmlns:p14="http://schemas.microsoft.com/office/powerpoint/2010/main" val="24397097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endParaRPr 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fld id="{8B57D50D-BAA9-464B-B391-243138E078D8}" type="slidenum">
              <a:rPr lang="en-US" altLang="ja-JP" smtClean="0"/>
              <a:t>18</a:t>
            </a:fld>
            <a:endParaRPr lang="ja-JP" dirty="0"/>
          </a:p>
        </p:txBody>
      </p:sp>
    </p:spTree>
    <p:extLst>
      <p:ext uri="{BB962C8B-B14F-4D97-AF65-F5344CB8AC3E}">
        <p14:creationId xmlns:p14="http://schemas.microsoft.com/office/powerpoint/2010/main" val="41512290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 1">
            <a:extLst>
              <a:ext uri="{FF2B5EF4-FFF2-40B4-BE49-F238E27FC236}">
                <a16:creationId xmlns:a16="http://schemas.microsoft.com/office/drawing/2014/main" id="{19429764-E305-A48D-5244-9BCD209022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8286859"/>
            <a:chOff x="0" y="1"/>
            <a:chExt cx="12192000" cy="8286859"/>
          </a:xfrm>
        </p:grpSpPr>
        <p:sp>
          <p:nvSpPr>
            <p:cNvPr id="7" name="フリーフォーム(F) 13">
              <a:extLst>
                <a:ext uri="{FF2B5EF4-FFF2-40B4-BE49-F238E27FC236}">
                  <a16:creationId xmlns:a16="http://schemas.microsoft.com/office/drawing/2014/main" id="{45F65CE3-2411-E8E5-B72E-F5CBEC4DDC55}"/>
                </a:ext>
              </a:extLst>
            </p:cNvPr>
            <p:cNvSpPr/>
            <p:nvPr userDrawn="1"/>
          </p:nvSpPr>
          <p:spPr>
            <a:xfrm>
              <a:off x="4000500" y="1087403"/>
              <a:ext cx="8191500" cy="5770597"/>
            </a:xfrm>
            <a:custGeom>
              <a:avLst/>
              <a:gdLst>
                <a:gd name="connsiteX0" fmla="*/ 4929467 w 8191500"/>
                <a:gd name="connsiteY0" fmla="*/ 0 h 5770597"/>
                <a:gd name="connsiteX1" fmla="*/ 8065066 w 8191500"/>
                <a:gd name="connsiteY1" fmla="*/ 1118513 h 5770597"/>
                <a:gd name="connsiteX2" fmla="*/ 8191500 w 8191500"/>
                <a:gd name="connsiteY2" fmla="*/ 1227339 h 5770597"/>
                <a:gd name="connsiteX3" fmla="*/ 8191500 w 8191500"/>
                <a:gd name="connsiteY3" fmla="*/ 5770597 h 5770597"/>
                <a:gd name="connsiteX4" fmla="*/ 79523 w 8191500"/>
                <a:gd name="connsiteY4" fmla="*/ 5770597 h 5770597"/>
                <a:gd name="connsiteX5" fmla="*/ 56799 w 8191500"/>
                <a:gd name="connsiteY5" fmla="*/ 5644158 h 5770597"/>
                <a:gd name="connsiteX6" fmla="*/ 0 w 8191500"/>
                <a:gd name="connsiteY6" fmla="*/ 4898209 h 5770597"/>
                <a:gd name="connsiteX7" fmla="*/ 4929467 w 8191500"/>
                <a:gd name="connsiteY7" fmla="*/ 0 h 5770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191500" h="5770597">
                  <a:moveTo>
                    <a:pt x="4929467" y="0"/>
                  </a:moveTo>
                  <a:cubicBezTo>
                    <a:pt x="6120547" y="0"/>
                    <a:pt x="7212963" y="419755"/>
                    <a:pt x="8065066" y="1118513"/>
                  </a:cubicBezTo>
                  <a:lnTo>
                    <a:pt x="8191500" y="1227339"/>
                  </a:lnTo>
                  <a:lnTo>
                    <a:pt x="8191500" y="5770597"/>
                  </a:lnTo>
                  <a:lnTo>
                    <a:pt x="79523" y="5770597"/>
                  </a:lnTo>
                  <a:lnTo>
                    <a:pt x="56799" y="5644158"/>
                  </a:lnTo>
                  <a:cubicBezTo>
                    <a:pt x="19398" y="5400934"/>
                    <a:pt x="0" y="5151822"/>
                    <a:pt x="0" y="4898209"/>
                  </a:cubicBezTo>
                  <a:cubicBezTo>
                    <a:pt x="0" y="2193003"/>
                    <a:pt x="2206998" y="0"/>
                    <a:pt x="492946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ja-JP"/>
              </a:def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lang="ja-JP"/>
              </a:pPr>
              <a:endParaRPr kumimoji="0" lang="ja-JP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Meiryo UI "/>
              </a:endParaRPr>
            </a:p>
          </p:txBody>
        </p:sp>
        <p:cxnSp>
          <p:nvCxnSpPr>
            <p:cNvPr id="8" name="直線​​コネクタ(S) 7">
              <a:extLst>
                <a:ext uri="{FF2B5EF4-FFF2-40B4-BE49-F238E27FC236}">
                  <a16:creationId xmlns:a16="http://schemas.microsoft.com/office/drawing/2014/main" id="{3B6B51B3-AA6C-9C5E-7032-5AEA05D4590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06241" y="183933"/>
              <a:ext cx="0" cy="1597708"/>
            </a:xfrm>
            <a:prstGeom prst="line">
              <a:avLst/>
            </a:prstGeom>
            <a:ln w="127000" cap="rnd">
              <a:solidFill>
                <a:schemeClr val="accent4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フリーフォーム:図形 13​​">
              <a:extLst>
                <a:ext uri="{FF2B5EF4-FFF2-40B4-BE49-F238E27FC236}">
                  <a16:creationId xmlns:a16="http://schemas.microsoft.com/office/drawing/2014/main" id="{4F28561D-5B3C-F08A-F7B5-48E6B74EAEBD}"/>
                </a:ext>
              </a:extLst>
            </p:cNvPr>
            <p:cNvSpPr/>
            <p:nvPr userDrawn="1"/>
          </p:nvSpPr>
          <p:spPr>
            <a:xfrm>
              <a:off x="5292348" y="1"/>
              <a:ext cx="2279742" cy="1267785"/>
            </a:xfrm>
            <a:custGeom>
              <a:avLst/>
              <a:gdLst>
                <a:gd name="connsiteX0" fmla="*/ 0 w 2279742"/>
                <a:gd name="connsiteY0" fmla="*/ 0 h 1267785"/>
                <a:gd name="connsiteX1" fmla="*/ 138700 w 2279742"/>
                <a:gd name="connsiteY1" fmla="*/ 0 h 1267785"/>
                <a:gd name="connsiteX2" fmla="*/ 138700 w 2279742"/>
                <a:gd name="connsiteY2" fmla="*/ 1078193 h 1267785"/>
                <a:gd name="connsiteX3" fmla="*/ 2002733 w 2279742"/>
                <a:gd name="connsiteY3" fmla="*/ 0 h 1267785"/>
                <a:gd name="connsiteX4" fmla="*/ 2279742 w 2279742"/>
                <a:gd name="connsiteY4" fmla="*/ 0 h 1267785"/>
                <a:gd name="connsiteX5" fmla="*/ 104026 w 2279742"/>
                <a:gd name="connsiteY5" fmla="*/ 1258503 h 1267785"/>
                <a:gd name="connsiteX6" fmla="*/ 69351 w 2279742"/>
                <a:gd name="connsiteY6" fmla="*/ 1267785 h 1267785"/>
                <a:gd name="connsiteX7" fmla="*/ 0 w 2279742"/>
                <a:gd name="connsiteY7" fmla="*/ 1198436 h 12677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79742" h="1267785">
                  <a:moveTo>
                    <a:pt x="0" y="0"/>
                  </a:moveTo>
                  <a:lnTo>
                    <a:pt x="138700" y="0"/>
                  </a:lnTo>
                  <a:lnTo>
                    <a:pt x="138700" y="1078193"/>
                  </a:lnTo>
                  <a:lnTo>
                    <a:pt x="2002733" y="0"/>
                  </a:lnTo>
                  <a:lnTo>
                    <a:pt x="2279742" y="0"/>
                  </a:lnTo>
                  <a:lnTo>
                    <a:pt x="104026" y="1258503"/>
                  </a:lnTo>
                  <a:cubicBezTo>
                    <a:pt x="93484" y="1264595"/>
                    <a:pt x="81523" y="1267796"/>
                    <a:pt x="69351" y="1267785"/>
                  </a:cubicBezTo>
                  <a:cubicBezTo>
                    <a:pt x="31049" y="1267785"/>
                    <a:pt x="0" y="1236737"/>
                    <a:pt x="0" y="1198436"/>
                  </a:cubicBezTo>
                  <a:close/>
                </a:path>
              </a:pathLst>
            </a:custGeom>
            <a:solidFill>
              <a:schemeClr val="accent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ja-JP"/>
              </a:def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lang="ja-JP"/>
              </a:pPr>
              <a:endParaRPr kumimoji="0" 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Meiryo UI "/>
              </a:endParaRPr>
            </a:p>
          </p:txBody>
        </p:sp>
        <p:sp>
          <p:nvSpPr>
            <p:cNvPr id="10" name="フリーフォーム:図形 15">
              <a:extLst>
                <a:ext uri="{FF2B5EF4-FFF2-40B4-BE49-F238E27FC236}">
                  <a16:creationId xmlns:a16="http://schemas.microsoft.com/office/drawing/2014/main" id="{7BD7FF70-44B7-E753-26CD-E228B56C2517}"/>
                </a:ext>
              </a:extLst>
            </p:cNvPr>
            <p:cNvSpPr/>
            <p:nvPr userDrawn="1"/>
          </p:nvSpPr>
          <p:spPr>
            <a:xfrm>
              <a:off x="10208695" y="1"/>
              <a:ext cx="1135066" cy="477997"/>
            </a:xfrm>
            <a:custGeom>
              <a:avLst/>
              <a:gdLst>
                <a:gd name="connsiteX0" fmla="*/ 0 w 1135066"/>
                <a:gd name="connsiteY0" fmla="*/ 0 h 477997"/>
                <a:gd name="connsiteX1" fmla="*/ 1135066 w 1135066"/>
                <a:gd name="connsiteY1" fmla="*/ 0 h 477997"/>
                <a:gd name="connsiteX2" fmla="*/ 1133370 w 1135066"/>
                <a:gd name="connsiteY2" fmla="*/ 16827 h 477997"/>
                <a:gd name="connsiteX3" fmla="*/ 567533 w 1135066"/>
                <a:gd name="connsiteY3" fmla="*/ 477997 h 477997"/>
                <a:gd name="connsiteX4" fmla="*/ 1696 w 1135066"/>
                <a:gd name="connsiteY4" fmla="*/ 16827 h 477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5066" h="477997">
                  <a:moveTo>
                    <a:pt x="0" y="0"/>
                  </a:moveTo>
                  <a:lnTo>
                    <a:pt x="1135066" y="0"/>
                  </a:lnTo>
                  <a:lnTo>
                    <a:pt x="1133370" y="16827"/>
                  </a:lnTo>
                  <a:cubicBezTo>
                    <a:pt x="1079514" y="280016"/>
                    <a:pt x="846644" y="477997"/>
                    <a:pt x="567533" y="477997"/>
                  </a:cubicBezTo>
                  <a:cubicBezTo>
                    <a:pt x="288422" y="477997"/>
                    <a:pt x="55552" y="280016"/>
                    <a:pt x="1696" y="1682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ja-JP"/>
              </a:def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lang="ja-JP"/>
              </a:pPr>
              <a:endParaRPr kumimoji="0" 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Meiryo UI "/>
              </a:endParaRPr>
            </a:p>
          </p:txBody>
        </p:sp>
        <p:sp>
          <p:nvSpPr>
            <p:cNvPr id="11" name="円/楕円 10">
              <a:extLst>
                <a:ext uri="{FF2B5EF4-FFF2-40B4-BE49-F238E27FC236}">
                  <a16:creationId xmlns:a16="http://schemas.microsoft.com/office/drawing/2014/main" id="{DF9EE857-93B9-ACF6-2AB4-2A29C4B94776}"/>
                </a:ext>
              </a:extLst>
            </p:cNvPr>
            <p:cNvSpPr/>
            <p:nvPr userDrawn="1"/>
          </p:nvSpPr>
          <p:spPr>
            <a:xfrm>
              <a:off x="1569044" y="514898"/>
              <a:ext cx="2393351" cy="2328423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ja-JP"/>
              </a:def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lang="ja-JP"/>
              </a:pPr>
              <a:endParaRPr kumimoji="0" lang="ja-JP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Meiryo UI "/>
              </a:endParaRPr>
            </a:p>
          </p:txBody>
        </p:sp>
        <p:sp>
          <p:nvSpPr>
            <p:cNvPr id="12" name="フリーフォーム:図形 19">
              <a:extLst>
                <a:ext uri="{FF2B5EF4-FFF2-40B4-BE49-F238E27FC236}">
                  <a16:creationId xmlns:a16="http://schemas.microsoft.com/office/drawing/2014/main" id="{75030D84-5EEB-A095-3D43-0ED22BDB8406}"/>
                </a:ext>
              </a:extLst>
            </p:cNvPr>
            <p:cNvSpPr/>
            <p:nvPr userDrawn="1"/>
          </p:nvSpPr>
          <p:spPr>
            <a:xfrm flipH="1">
              <a:off x="0" y="2949740"/>
              <a:ext cx="1186451" cy="1771650"/>
            </a:xfrm>
            <a:custGeom>
              <a:avLst/>
              <a:gdLst>
                <a:gd name="connsiteX0" fmla="*/ 61913 w 1186451"/>
                <a:gd name="connsiteY0" fmla="*/ 0 h 1771650"/>
                <a:gd name="connsiteX1" fmla="*/ 1186451 w 1186451"/>
                <a:gd name="connsiteY1" fmla="*/ 0 h 1771650"/>
                <a:gd name="connsiteX2" fmla="*/ 1186451 w 1186451"/>
                <a:gd name="connsiteY2" fmla="*/ 123825 h 1771650"/>
                <a:gd name="connsiteX3" fmla="*/ 123825 w 1186451"/>
                <a:gd name="connsiteY3" fmla="*/ 123825 h 1771650"/>
                <a:gd name="connsiteX4" fmla="*/ 123825 w 1186451"/>
                <a:gd name="connsiteY4" fmla="*/ 1647825 h 1771650"/>
                <a:gd name="connsiteX5" fmla="*/ 1186451 w 1186451"/>
                <a:gd name="connsiteY5" fmla="*/ 1647825 h 1771650"/>
                <a:gd name="connsiteX6" fmla="*/ 1186451 w 1186451"/>
                <a:gd name="connsiteY6" fmla="*/ 1771650 h 1771650"/>
                <a:gd name="connsiteX7" fmla="*/ 61913 w 1186451"/>
                <a:gd name="connsiteY7" fmla="*/ 1771650 h 1771650"/>
                <a:gd name="connsiteX8" fmla="*/ 0 w 1186451"/>
                <a:gd name="connsiteY8" fmla="*/ 1709738 h 1771650"/>
                <a:gd name="connsiteX9" fmla="*/ 0 w 1186451"/>
                <a:gd name="connsiteY9" fmla="*/ 61913 h 1771650"/>
                <a:gd name="connsiteX10" fmla="*/ 61913 w 1186451"/>
                <a:gd name="connsiteY10" fmla="*/ 0 h 1771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6451" h="1771650">
                  <a:moveTo>
                    <a:pt x="61913" y="0"/>
                  </a:moveTo>
                  <a:lnTo>
                    <a:pt x="1186451" y="0"/>
                  </a:lnTo>
                  <a:lnTo>
                    <a:pt x="1186451" y="123825"/>
                  </a:lnTo>
                  <a:lnTo>
                    <a:pt x="123825" y="123825"/>
                  </a:lnTo>
                  <a:lnTo>
                    <a:pt x="123825" y="1647825"/>
                  </a:lnTo>
                  <a:lnTo>
                    <a:pt x="1186451" y="1647825"/>
                  </a:lnTo>
                  <a:lnTo>
                    <a:pt x="1186451" y="1771650"/>
                  </a:lnTo>
                  <a:lnTo>
                    <a:pt x="61913" y="1771650"/>
                  </a:lnTo>
                  <a:cubicBezTo>
                    <a:pt x="27719" y="1771650"/>
                    <a:pt x="0" y="1743932"/>
                    <a:pt x="0" y="1709738"/>
                  </a:cubicBezTo>
                  <a:lnTo>
                    <a:pt x="0" y="61913"/>
                  </a:lnTo>
                  <a:cubicBezTo>
                    <a:pt x="0" y="27719"/>
                    <a:pt x="27719" y="0"/>
                    <a:pt x="61913" y="0"/>
                  </a:cubicBezTo>
                  <a:close/>
                </a:path>
              </a:pathLst>
            </a:custGeom>
            <a:solidFill>
              <a:schemeClr val="accent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ja-JP"/>
              </a:def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lang="ja-JP"/>
              </a:pPr>
              <a:endParaRPr kumimoji="0" 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Meiryo UI "/>
              </a:endParaRPr>
            </a:p>
          </p:txBody>
        </p:sp>
        <p:sp>
          <p:nvSpPr>
            <p:cNvPr id="13" name="円弧 12">
              <a:extLst>
                <a:ext uri="{FF2B5EF4-FFF2-40B4-BE49-F238E27FC236}">
                  <a16:creationId xmlns:a16="http://schemas.microsoft.com/office/drawing/2014/main" id="{26E6DE3E-6851-19AD-2E60-22F006238173}"/>
                </a:ext>
              </a:extLst>
            </p:cNvPr>
            <p:cNvSpPr/>
            <p:nvPr userDrawn="1"/>
          </p:nvSpPr>
          <p:spPr>
            <a:xfrm rot="16200000">
              <a:off x="1539683" y="4203427"/>
              <a:ext cx="4083433" cy="4083433"/>
            </a:xfrm>
            <a:prstGeom prst="arc">
              <a:avLst/>
            </a:prstGeom>
            <a:ln w="127000" cap="rnd">
              <a:solidFill>
                <a:schemeClr val="accent4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>
              <a:defPPr>
                <a:defRPr lang="ja-JP"/>
              </a:def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lang="ja-JP"/>
              </a:pPr>
              <a:endParaRPr kumimoji="0" 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Meiryo UI "/>
              </a:endParaRPr>
            </a:p>
          </p:txBody>
        </p:sp>
      </p:grpSp>
      <p:sp>
        <p:nvSpPr>
          <p:cNvPr id="6" name="タイトル 1">
            <a:extLst>
              <a:ext uri="{FF2B5EF4-FFF2-40B4-BE49-F238E27FC236}">
                <a16:creationId xmlns:a16="http://schemas.microsoft.com/office/drawing/2014/main" id="{2E8C189B-2E00-67DA-E342-3440F5EBB4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184474" y="2949739"/>
            <a:ext cx="6261291" cy="2396686"/>
          </a:xfrm>
        </p:spPr>
        <p:txBody>
          <a:bodyPr rtlCol="0" anchor="b" anchorCtr="0">
            <a:noAutofit/>
          </a:bodyPr>
          <a:lstStyle>
            <a:lvl1pPr algn="r">
              <a:defRPr lang="ja-JP" sz="44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/>
              <a:t>クリックしてタイトルを追加</a:t>
            </a:r>
          </a:p>
        </p:txBody>
      </p:sp>
    </p:spTree>
    <p:extLst>
      <p:ext uri="{BB962C8B-B14F-4D97-AF65-F5344CB8AC3E}">
        <p14:creationId xmlns:p14="http://schemas.microsoft.com/office/powerpoint/2010/main" val="3424675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グループ 6">
            <a:extLst>
              <a:ext uri="{FF2B5EF4-FFF2-40B4-BE49-F238E27FC236}">
                <a16:creationId xmlns:a16="http://schemas.microsoft.com/office/drawing/2014/main" id="{3E96D25F-53A2-6217-84B4-7EB874F0B3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89189" y="941148"/>
            <a:ext cx="11182430" cy="4797821"/>
            <a:chOff x="489189" y="941148"/>
            <a:chExt cx="11182430" cy="4797821"/>
          </a:xfrm>
        </p:grpSpPr>
        <p:sp>
          <p:nvSpPr>
            <p:cNvPr id="8" name="円/楕円 7">
              <a:extLst>
                <a:ext uri="{FF2B5EF4-FFF2-40B4-BE49-F238E27FC236}">
                  <a16:creationId xmlns:a16="http://schemas.microsoft.com/office/drawing/2014/main" id="{A50FA62D-C8AE-52B8-1712-6116756D1A83}"/>
                </a:ext>
              </a:extLst>
            </p:cNvPr>
            <p:cNvSpPr/>
            <p:nvPr userDrawn="1"/>
          </p:nvSpPr>
          <p:spPr>
            <a:xfrm>
              <a:off x="489189" y="1119031"/>
              <a:ext cx="4619938" cy="461993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ja-JP"/>
              </a:def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lang="ja-JP"/>
              </a:pPr>
              <a:endParaRPr kumimoji="0" 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Meiryo UI "/>
              </a:endParaRPr>
            </a:p>
          </p:txBody>
        </p:sp>
        <p:sp>
          <p:nvSpPr>
            <p:cNvPr id="9" name="円弧 8">
              <a:extLst>
                <a:ext uri="{FF2B5EF4-FFF2-40B4-BE49-F238E27FC236}">
                  <a16:creationId xmlns:a16="http://schemas.microsoft.com/office/drawing/2014/main" id="{1D2D6A01-57CF-3C0B-968C-E5A8FD352320}"/>
                </a:ext>
              </a:extLst>
            </p:cNvPr>
            <p:cNvSpPr/>
            <p:nvPr userDrawn="1"/>
          </p:nvSpPr>
          <p:spPr>
            <a:xfrm rot="19809111">
              <a:off x="8683720" y="941148"/>
              <a:ext cx="2987899" cy="2987899"/>
            </a:xfrm>
            <a:prstGeom prst="arc">
              <a:avLst>
                <a:gd name="adj1" fmla="val 15817365"/>
                <a:gd name="adj2" fmla="val 1781380"/>
              </a:avLst>
            </a:prstGeom>
            <a:ln w="127000" cap="rnd">
              <a:solidFill>
                <a:schemeClr val="accent4"/>
              </a:solidFill>
              <a:prstDash val="dash"/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>
              <a:defPPr>
                <a:defRPr lang="ja-JP"/>
              </a:def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lang="ja-JP"/>
              </a:pPr>
              <a:endParaRPr kumimoji="0" lang="ja-JP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Meiryo UI "/>
              </a:endParaRPr>
            </a:p>
          </p:txBody>
        </p:sp>
        <p:sp>
          <p:nvSpPr>
            <p:cNvPr id="10" name="円/楕円 9">
              <a:extLst>
                <a:ext uri="{FF2B5EF4-FFF2-40B4-BE49-F238E27FC236}">
                  <a16:creationId xmlns:a16="http://schemas.microsoft.com/office/drawing/2014/main" id="{410BEFAA-C349-7DB1-1827-0FA48A430AD8}"/>
                </a:ext>
              </a:extLst>
            </p:cNvPr>
            <p:cNvSpPr/>
            <p:nvPr userDrawn="1"/>
          </p:nvSpPr>
          <p:spPr>
            <a:xfrm>
              <a:off x="910048" y="4780992"/>
              <a:ext cx="546100" cy="5461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ja-JP"/>
              </a:def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lang="ja-JP"/>
              </a:pPr>
              <a:endParaRPr kumimoji="0" lang="ja-JP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Meiryo UI "/>
              </a:endParaRPr>
            </a:p>
          </p:txBody>
        </p:sp>
      </p:grpSp>
      <p:sp>
        <p:nvSpPr>
          <p:cNvPr id="2" name="タイトル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957" y="1119031"/>
            <a:ext cx="4384736" cy="4619938"/>
          </a:xfrm>
        </p:spPr>
        <p:txBody>
          <a:bodyPr rtlCol="0">
            <a:noAutofit/>
          </a:bodyPr>
          <a:lstStyle>
            <a:lvl1pPr algn="ctr">
              <a:defRPr lang="ja-JP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/>
              <a:t>クリックしてタイトルを追加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801708" y="554942"/>
            <a:ext cx="5552091" cy="5768220"/>
          </a:xfrm>
        </p:spPr>
        <p:txBody>
          <a:bodyPr rtlCol="0" anchor="ctr" anchorCtr="0"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lang="ja-JP" sz="24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800100" indent="-3429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 marL="12001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 marL="16573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ja-JP" sz="1600"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 marL="21145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ja-JP" sz="1600"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 rtl="0"/>
            <a:r>
              <a:rPr lang="ja-JP"/>
              <a:t>クリックしてコンテンツを追加</a:t>
            </a:r>
          </a:p>
          <a:p>
            <a:pPr lvl="1" rtl="0"/>
            <a:r>
              <a:rPr lang="ja-JP"/>
              <a:t>第 2 レベル</a:t>
            </a:r>
          </a:p>
          <a:p>
            <a:pPr lvl="2" rtl="0"/>
            <a:r>
              <a:rPr lang="ja-JP"/>
              <a:t>第 3 レベル</a:t>
            </a:r>
          </a:p>
          <a:p>
            <a:pPr lvl="3" rtl="0"/>
            <a:r>
              <a:rPr lang="ja-JP"/>
              <a:t>第 4 レベル</a:t>
            </a:r>
          </a:p>
          <a:p>
            <a:pPr lvl="4" rtl="0"/>
            <a:r>
              <a:rPr lang="ja-JP"/>
              <a:t>第 5 レベル</a:t>
            </a:r>
          </a:p>
        </p:txBody>
      </p:sp>
    </p:spTree>
    <p:extLst>
      <p:ext uri="{BB962C8B-B14F-4D97-AF65-F5344CB8AC3E}">
        <p14:creationId xmlns:p14="http://schemas.microsoft.com/office/powerpoint/2010/main" val="1914388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画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図プレースホルダー 1">
            <a:extLst>
              <a:ext uri="{FF2B5EF4-FFF2-40B4-BE49-F238E27FC236}">
                <a16:creationId xmlns:a16="http://schemas.microsoft.com/office/drawing/2014/main" id="{9EF93C3C-09E9-6CD0-EF4B-6DE09539EE7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9011782 w 12192000"/>
              <a:gd name="connsiteY0" fmla="*/ 4817511 h 6858000"/>
              <a:gd name="connsiteX1" fmla="*/ 8937059 w 12192000"/>
              <a:gd name="connsiteY1" fmla="*/ 4972626 h 6858000"/>
              <a:gd name="connsiteX2" fmla="*/ 8588084 w 12192000"/>
              <a:gd name="connsiteY2" fmla="*/ 5489438 h 6858000"/>
              <a:gd name="connsiteX3" fmla="*/ 8565206 w 12192000"/>
              <a:gd name="connsiteY3" fmla="*/ 5514611 h 6858000"/>
              <a:gd name="connsiteX4" fmla="*/ 8569944 w 12192000"/>
              <a:gd name="connsiteY4" fmla="*/ 5520198 h 6858000"/>
              <a:gd name="connsiteX5" fmla="*/ 8878607 w 12192000"/>
              <a:gd name="connsiteY5" fmla="*/ 5644582 h 6858000"/>
              <a:gd name="connsiteX6" fmla="*/ 9315123 w 12192000"/>
              <a:gd name="connsiteY6" fmla="*/ 5219907 h 6858000"/>
              <a:gd name="connsiteX7" fmla="*/ 9048519 w 12192000"/>
              <a:gd name="connsiteY7" fmla="*/ 4828605 h 6858000"/>
              <a:gd name="connsiteX8" fmla="*/ 6096000 w 12192000"/>
              <a:gd name="connsiteY8" fmla="*/ 200625 h 6858000"/>
              <a:gd name="connsiteX9" fmla="*/ 2867625 w 12192000"/>
              <a:gd name="connsiteY9" fmla="*/ 3429000 h 6858000"/>
              <a:gd name="connsiteX10" fmla="*/ 6096000 w 12192000"/>
              <a:gd name="connsiteY10" fmla="*/ 6657375 h 6858000"/>
              <a:gd name="connsiteX11" fmla="*/ 9324375 w 12192000"/>
              <a:gd name="connsiteY11" fmla="*/ 3429000 h 6858000"/>
              <a:gd name="connsiteX12" fmla="*/ 6096000 w 12192000"/>
              <a:gd name="connsiteY12" fmla="*/ 200625 h 6858000"/>
              <a:gd name="connsiteX13" fmla="*/ 0 w 12192000"/>
              <a:gd name="connsiteY13" fmla="*/ 0 h 6858000"/>
              <a:gd name="connsiteX14" fmla="*/ 12192000 w 12192000"/>
              <a:gd name="connsiteY14" fmla="*/ 0 h 6858000"/>
              <a:gd name="connsiteX15" fmla="*/ 12192000 w 12192000"/>
              <a:gd name="connsiteY15" fmla="*/ 6858000 h 6858000"/>
              <a:gd name="connsiteX16" fmla="*/ 0 w 12192000"/>
              <a:gd name="connsiteY1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2192000" h="6858000">
                <a:moveTo>
                  <a:pt x="9011782" y="4817511"/>
                </a:moveTo>
                <a:lnTo>
                  <a:pt x="8937059" y="4972626"/>
                </a:lnTo>
                <a:cubicBezTo>
                  <a:pt x="8837255" y="5156349"/>
                  <a:pt x="8720206" y="5329344"/>
                  <a:pt x="8588084" y="5489438"/>
                </a:cubicBezTo>
                <a:lnTo>
                  <a:pt x="8565206" y="5514611"/>
                </a:lnTo>
                <a:lnTo>
                  <a:pt x="8569944" y="5520198"/>
                </a:lnTo>
                <a:cubicBezTo>
                  <a:pt x="8648938" y="5597049"/>
                  <a:pt x="8758066" y="5644582"/>
                  <a:pt x="8878607" y="5644582"/>
                </a:cubicBezTo>
                <a:cubicBezTo>
                  <a:pt x="9119688" y="5644582"/>
                  <a:pt x="9315123" y="5454449"/>
                  <a:pt x="9315123" y="5219907"/>
                </a:cubicBezTo>
                <a:cubicBezTo>
                  <a:pt x="9315123" y="5044001"/>
                  <a:pt x="9205191" y="4893074"/>
                  <a:pt x="9048519" y="4828605"/>
                </a:cubicBezTo>
                <a:close/>
                <a:moveTo>
                  <a:pt x="6096000" y="200625"/>
                </a:moveTo>
                <a:cubicBezTo>
                  <a:pt x="4313018" y="200625"/>
                  <a:pt x="2867625" y="1646018"/>
                  <a:pt x="2867625" y="3429000"/>
                </a:cubicBezTo>
                <a:cubicBezTo>
                  <a:pt x="2867625" y="5211982"/>
                  <a:pt x="4313018" y="6657375"/>
                  <a:pt x="6096000" y="6657375"/>
                </a:cubicBezTo>
                <a:cubicBezTo>
                  <a:pt x="7878982" y="6657375"/>
                  <a:pt x="9324375" y="5211982"/>
                  <a:pt x="9324375" y="3429000"/>
                </a:cubicBezTo>
                <a:cubicBezTo>
                  <a:pt x="9324375" y="1646018"/>
                  <a:pt x="7878982" y="200625"/>
                  <a:pt x="6096000" y="200625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rtlCol="0">
            <a:noAutofit/>
          </a:bodyPr>
          <a:lstStyle>
            <a:lvl1pPr marL="0" indent="0" algn="l">
              <a:buNone/>
              <a:defRPr lang="ja-JP" sz="20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/>
              <a:t>アイコンをクリックして図を挿入</a:t>
            </a:r>
          </a:p>
        </p:txBody>
      </p:sp>
      <p:sp>
        <p:nvSpPr>
          <p:cNvPr id="3" name="円弧 2">
            <a:extLst>
              <a:ext uri="{FF2B5EF4-FFF2-40B4-BE49-F238E27FC236}">
                <a16:creationId xmlns:a16="http://schemas.microsoft.com/office/drawing/2014/main" id="{D5C3C4BD-DFDB-76B4-17CA-7DA4D1729F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9366740" flipV="1">
            <a:off x="2557952" y="-89828"/>
            <a:ext cx="7173200" cy="7173200"/>
          </a:xfrm>
          <a:prstGeom prst="arc">
            <a:avLst>
              <a:gd name="adj1" fmla="val 16200000"/>
              <a:gd name="adj2" fmla="val 20401595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ja-JP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ja-JP"/>
            </a:pPr>
            <a:endParaRPr kumimoji="0" lang="ja-JP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Meiryo UI "/>
            </a:endParaRPr>
          </a:p>
        </p:txBody>
      </p:sp>
      <p:sp>
        <p:nvSpPr>
          <p:cNvPr id="12" name="タイトル 11">
            <a:extLst>
              <a:ext uri="{FF2B5EF4-FFF2-40B4-BE49-F238E27FC236}">
                <a16:creationId xmlns:a16="http://schemas.microsoft.com/office/drawing/2014/main" id="{2B04B61C-6467-D51D-0AF4-5C7D05F36C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68168" y="923544"/>
            <a:ext cx="6455664" cy="5010912"/>
          </a:xfrm>
          <a:prstGeom prst="rect">
            <a:avLst/>
          </a:prstGeom>
          <a:noFill/>
        </p:spPr>
        <p:txBody>
          <a:bodyPr lIns="0" rIns="0" rtlCol="0">
            <a:normAutofit/>
          </a:bodyPr>
          <a:lstStyle>
            <a:lvl1pPr algn="ctr">
              <a:defRPr lang="ja-JP" sz="60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/>
              <a:t>クリックしてタイトルを追加</a:t>
            </a:r>
          </a:p>
        </p:txBody>
      </p:sp>
      <p:sp>
        <p:nvSpPr>
          <p:cNvPr id="4" name="フリーフォーム:図形 3">
            <a:extLst>
              <a:ext uri="{FF2B5EF4-FFF2-40B4-BE49-F238E27FC236}">
                <a16:creationId xmlns:a16="http://schemas.microsoft.com/office/drawing/2014/main" id="{47A19F4B-D154-3EB2-F86A-9A63283A3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8565206" y="4817511"/>
            <a:ext cx="749917" cy="827071"/>
          </a:xfrm>
          <a:custGeom>
            <a:avLst/>
            <a:gdLst>
              <a:gd name="connsiteX0" fmla="*/ 446576 w 749917"/>
              <a:gd name="connsiteY0" fmla="*/ 0 h 827071"/>
              <a:gd name="connsiteX1" fmla="*/ 483313 w 749917"/>
              <a:gd name="connsiteY1" fmla="*/ 11094 h 827071"/>
              <a:gd name="connsiteX2" fmla="*/ 749917 w 749917"/>
              <a:gd name="connsiteY2" fmla="*/ 402396 h 827071"/>
              <a:gd name="connsiteX3" fmla="*/ 313401 w 749917"/>
              <a:gd name="connsiteY3" fmla="*/ 827071 h 827071"/>
              <a:gd name="connsiteX4" fmla="*/ 4738 w 749917"/>
              <a:gd name="connsiteY4" fmla="*/ 702687 h 827071"/>
              <a:gd name="connsiteX5" fmla="*/ 0 w 749917"/>
              <a:gd name="connsiteY5" fmla="*/ 697100 h 827071"/>
              <a:gd name="connsiteX6" fmla="*/ 22878 w 749917"/>
              <a:gd name="connsiteY6" fmla="*/ 671927 h 827071"/>
              <a:gd name="connsiteX7" fmla="*/ 371853 w 749917"/>
              <a:gd name="connsiteY7" fmla="*/ 155115 h 827071"/>
              <a:gd name="connsiteX8" fmla="*/ 446576 w 749917"/>
              <a:gd name="connsiteY8" fmla="*/ 0 h 827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9917" h="827071">
                <a:moveTo>
                  <a:pt x="446576" y="0"/>
                </a:moveTo>
                <a:lnTo>
                  <a:pt x="483313" y="11094"/>
                </a:lnTo>
                <a:cubicBezTo>
                  <a:pt x="639985" y="75563"/>
                  <a:pt x="749917" y="226490"/>
                  <a:pt x="749917" y="402396"/>
                </a:cubicBezTo>
                <a:cubicBezTo>
                  <a:pt x="749917" y="636938"/>
                  <a:pt x="554482" y="827071"/>
                  <a:pt x="313401" y="827071"/>
                </a:cubicBezTo>
                <a:cubicBezTo>
                  <a:pt x="192860" y="827071"/>
                  <a:pt x="83732" y="779538"/>
                  <a:pt x="4738" y="702687"/>
                </a:cubicBezTo>
                <a:lnTo>
                  <a:pt x="0" y="697100"/>
                </a:lnTo>
                <a:lnTo>
                  <a:pt x="22878" y="671927"/>
                </a:lnTo>
                <a:cubicBezTo>
                  <a:pt x="155000" y="511833"/>
                  <a:pt x="272049" y="338838"/>
                  <a:pt x="371853" y="155115"/>
                </a:cubicBezTo>
                <a:lnTo>
                  <a:pt x="44657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ja-JP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ja-JP"/>
            </a:pPr>
            <a:endParaRPr kumimoji="0" lang="ja-JP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Meiryo UI "/>
            </a:endParaRPr>
          </a:p>
        </p:txBody>
      </p:sp>
    </p:spTree>
    <p:extLst>
      <p:ext uri="{BB962C8B-B14F-4D97-AF65-F5344CB8AC3E}">
        <p14:creationId xmlns:p14="http://schemas.microsoft.com/office/powerpoint/2010/main" val="3298420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まと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 1">
            <a:extLst>
              <a:ext uri="{FF2B5EF4-FFF2-40B4-BE49-F238E27FC236}">
                <a16:creationId xmlns:a16="http://schemas.microsoft.com/office/drawing/2014/main" id="{BCB8A6E1-44B2-54E1-6460-1C9B27EE75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5698912" cy="6858001"/>
            <a:chOff x="0" y="-1"/>
            <a:chExt cx="5698912" cy="6858001"/>
          </a:xfrm>
        </p:grpSpPr>
        <p:sp>
          <p:nvSpPr>
            <p:cNvPr id="12" name="フリーフォーム:図形 11">
              <a:extLst>
                <a:ext uri="{FF2B5EF4-FFF2-40B4-BE49-F238E27FC236}">
                  <a16:creationId xmlns:a16="http://schemas.microsoft.com/office/drawing/2014/main" id="{D22D7888-22FA-4AA1-9BA4-CC61D6643D47}"/>
                </a:ext>
              </a:extLst>
            </p:cNvPr>
            <p:cNvSpPr/>
            <p:nvPr userDrawn="1"/>
          </p:nvSpPr>
          <p:spPr>
            <a:xfrm flipH="1">
              <a:off x="530529" y="0"/>
              <a:ext cx="1155142" cy="591009"/>
            </a:xfrm>
            <a:custGeom>
              <a:avLst/>
              <a:gdLst>
                <a:gd name="connsiteX0" fmla="*/ 1355 w 1155142"/>
                <a:gd name="connsiteY0" fmla="*/ 0 h 591009"/>
                <a:gd name="connsiteX1" fmla="*/ 1153787 w 1155142"/>
                <a:gd name="connsiteY1" fmla="*/ 0 h 591009"/>
                <a:gd name="connsiteX2" fmla="*/ 1155142 w 1155142"/>
                <a:gd name="connsiteY2" fmla="*/ 13438 h 591009"/>
                <a:gd name="connsiteX3" fmla="*/ 577571 w 1155142"/>
                <a:gd name="connsiteY3" fmla="*/ 591009 h 591009"/>
                <a:gd name="connsiteX4" fmla="*/ 0 w 1155142"/>
                <a:gd name="connsiteY4" fmla="*/ 13438 h 591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5142" h="591009">
                  <a:moveTo>
                    <a:pt x="1355" y="0"/>
                  </a:moveTo>
                  <a:lnTo>
                    <a:pt x="1153787" y="0"/>
                  </a:lnTo>
                  <a:lnTo>
                    <a:pt x="1155142" y="13438"/>
                  </a:lnTo>
                  <a:cubicBezTo>
                    <a:pt x="1155142" y="332422"/>
                    <a:pt x="896555" y="591009"/>
                    <a:pt x="577571" y="591009"/>
                  </a:cubicBezTo>
                  <a:cubicBezTo>
                    <a:pt x="258587" y="591009"/>
                    <a:pt x="0" y="332422"/>
                    <a:pt x="0" y="1343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ja-JP"/>
              </a:def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lang="ja-JP"/>
              </a:pPr>
              <a:endParaRPr kumimoji="0" 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Meiryo UI "/>
              </a:endParaRPr>
            </a:p>
          </p:txBody>
        </p:sp>
        <p:sp>
          <p:nvSpPr>
            <p:cNvPr id="14" name="フリーフォーム:図形 13​​">
              <a:extLst>
                <a:ext uri="{FF2B5EF4-FFF2-40B4-BE49-F238E27FC236}">
                  <a16:creationId xmlns:a16="http://schemas.microsoft.com/office/drawing/2014/main" id="{EBB6E464-8999-4773-A1F2-E6CAA990E572}"/>
                </a:ext>
              </a:extLst>
            </p:cNvPr>
            <p:cNvSpPr/>
            <p:nvPr userDrawn="1"/>
          </p:nvSpPr>
          <p:spPr>
            <a:xfrm flipH="1">
              <a:off x="3961511" y="-1"/>
              <a:ext cx="1737401" cy="959536"/>
            </a:xfrm>
            <a:custGeom>
              <a:avLst/>
              <a:gdLst>
                <a:gd name="connsiteX0" fmla="*/ 0 w 1737401"/>
                <a:gd name="connsiteY0" fmla="*/ 0 h 959536"/>
                <a:gd name="connsiteX1" fmla="*/ 123825 w 1737401"/>
                <a:gd name="connsiteY1" fmla="*/ 0 h 959536"/>
                <a:gd name="connsiteX2" fmla="*/ 123825 w 1737401"/>
                <a:gd name="connsiteY2" fmla="*/ 790277 h 959536"/>
                <a:gd name="connsiteX3" fmla="*/ 1490095 w 1737401"/>
                <a:gd name="connsiteY3" fmla="*/ 0 h 959536"/>
                <a:gd name="connsiteX4" fmla="*/ 1737401 w 1737401"/>
                <a:gd name="connsiteY4" fmla="*/ 0 h 959536"/>
                <a:gd name="connsiteX5" fmla="*/ 92869 w 1737401"/>
                <a:gd name="connsiteY5" fmla="*/ 951249 h 959536"/>
                <a:gd name="connsiteX6" fmla="*/ 61913 w 1737401"/>
                <a:gd name="connsiteY6" fmla="*/ 959536 h 959536"/>
                <a:gd name="connsiteX7" fmla="*/ 0 w 1737401"/>
                <a:gd name="connsiteY7" fmla="*/ 897624 h 959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37401" h="959536">
                  <a:moveTo>
                    <a:pt x="0" y="0"/>
                  </a:moveTo>
                  <a:lnTo>
                    <a:pt x="123825" y="0"/>
                  </a:lnTo>
                  <a:lnTo>
                    <a:pt x="123825" y="790277"/>
                  </a:lnTo>
                  <a:lnTo>
                    <a:pt x="1490095" y="0"/>
                  </a:lnTo>
                  <a:lnTo>
                    <a:pt x="1737401" y="0"/>
                  </a:lnTo>
                  <a:lnTo>
                    <a:pt x="92869" y="951249"/>
                  </a:lnTo>
                  <a:cubicBezTo>
                    <a:pt x="83458" y="956688"/>
                    <a:pt x="72780" y="959546"/>
                    <a:pt x="61913" y="959536"/>
                  </a:cubicBezTo>
                  <a:cubicBezTo>
                    <a:pt x="27719" y="959536"/>
                    <a:pt x="0" y="931818"/>
                    <a:pt x="0" y="897624"/>
                  </a:cubicBezTo>
                  <a:close/>
                </a:path>
              </a:pathLst>
            </a:custGeom>
            <a:solidFill>
              <a:schemeClr val="accent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ja-JP"/>
              </a:def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lang="ja-JP"/>
              </a:pPr>
              <a:endParaRPr kumimoji="0" 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Meiryo UI "/>
              </a:endParaRPr>
            </a:p>
          </p:txBody>
        </p:sp>
        <p:sp>
          <p:nvSpPr>
            <p:cNvPr id="18" name="フリーフォーム:図形 17">
              <a:extLst>
                <a:ext uri="{FF2B5EF4-FFF2-40B4-BE49-F238E27FC236}">
                  <a16:creationId xmlns:a16="http://schemas.microsoft.com/office/drawing/2014/main" id="{1EA14BE8-FDD0-4434-9C3E-BFF78C22D9E3}"/>
                </a:ext>
              </a:extLst>
            </p:cNvPr>
            <p:cNvSpPr/>
            <p:nvPr userDrawn="1"/>
          </p:nvSpPr>
          <p:spPr>
            <a:xfrm flipH="1">
              <a:off x="0" y="5835649"/>
              <a:ext cx="1548180" cy="1022351"/>
            </a:xfrm>
            <a:custGeom>
              <a:avLst/>
              <a:gdLst>
                <a:gd name="connsiteX0" fmla="*/ 61913 w 1548180"/>
                <a:gd name="connsiteY0" fmla="*/ 0 h 1022351"/>
                <a:gd name="connsiteX1" fmla="*/ 1548180 w 1548180"/>
                <a:gd name="connsiteY1" fmla="*/ 0 h 1022351"/>
                <a:gd name="connsiteX2" fmla="*/ 1548180 w 1548180"/>
                <a:gd name="connsiteY2" fmla="*/ 123825 h 1022351"/>
                <a:gd name="connsiteX3" fmla="*/ 123825 w 1548180"/>
                <a:gd name="connsiteY3" fmla="*/ 123825 h 1022351"/>
                <a:gd name="connsiteX4" fmla="*/ 123825 w 1548180"/>
                <a:gd name="connsiteY4" fmla="*/ 1022351 h 1022351"/>
                <a:gd name="connsiteX5" fmla="*/ 0 w 1548180"/>
                <a:gd name="connsiteY5" fmla="*/ 1022351 h 1022351"/>
                <a:gd name="connsiteX6" fmla="*/ 0 w 1548180"/>
                <a:gd name="connsiteY6" fmla="*/ 61913 h 1022351"/>
                <a:gd name="connsiteX7" fmla="*/ 61913 w 1548180"/>
                <a:gd name="connsiteY7" fmla="*/ 0 h 102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48180" h="1022351">
                  <a:moveTo>
                    <a:pt x="61913" y="0"/>
                  </a:moveTo>
                  <a:lnTo>
                    <a:pt x="1548180" y="0"/>
                  </a:lnTo>
                  <a:lnTo>
                    <a:pt x="1548180" y="123825"/>
                  </a:lnTo>
                  <a:lnTo>
                    <a:pt x="123825" y="123825"/>
                  </a:lnTo>
                  <a:lnTo>
                    <a:pt x="123825" y="1022351"/>
                  </a:lnTo>
                  <a:lnTo>
                    <a:pt x="0" y="1022351"/>
                  </a:lnTo>
                  <a:lnTo>
                    <a:pt x="0" y="61913"/>
                  </a:lnTo>
                  <a:cubicBezTo>
                    <a:pt x="0" y="27719"/>
                    <a:pt x="27719" y="0"/>
                    <a:pt x="61913" y="0"/>
                  </a:cubicBezTo>
                  <a:close/>
                </a:path>
              </a:pathLst>
            </a:custGeom>
            <a:solidFill>
              <a:schemeClr val="accent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ja-JP"/>
              </a:def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lang="ja-JP"/>
              </a:pPr>
              <a:endParaRPr kumimoji="0" 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Meiryo UI "/>
              </a:endParaRPr>
            </a:p>
          </p:txBody>
        </p:sp>
        <p:sp>
          <p:nvSpPr>
            <p:cNvPr id="22" name="フリーフォーム:図形 21">
              <a:extLst>
                <a:ext uri="{FF2B5EF4-FFF2-40B4-BE49-F238E27FC236}">
                  <a16:creationId xmlns:a16="http://schemas.microsoft.com/office/drawing/2014/main" id="{E494E364-7EA8-4D92-915D-75D1A3A67C07}"/>
                </a:ext>
              </a:extLst>
            </p:cNvPr>
            <p:cNvSpPr/>
            <p:nvPr userDrawn="1"/>
          </p:nvSpPr>
          <p:spPr>
            <a:xfrm flipH="1">
              <a:off x="4132972" y="6258755"/>
              <a:ext cx="1565940" cy="599245"/>
            </a:xfrm>
            <a:custGeom>
              <a:avLst/>
              <a:gdLst>
                <a:gd name="connsiteX0" fmla="*/ 782970 w 1565940"/>
                <a:gd name="connsiteY0" fmla="*/ 0 h 599245"/>
                <a:gd name="connsiteX1" fmla="*/ 1528042 w 1565940"/>
                <a:gd name="connsiteY1" fmla="*/ 480469 h 599245"/>
                <a:gd name="connsiteX2" fmla="*/ 1565940 w 1565940"/>
                <a:gd name="connsiteY2" fmla="*/ 599245 h 599245"/>
                <a:gd name="connsiteX3" fmla="*/ 0 w 1565940"/>
                <a:gd name="connsiteY3" fmla="*/ 599245 h 599245"/>
                <a:gd name="connsiteX4" fmla="*/ 37898 w 1565940"/>
                <a:gd name="connsiteY4" fmla="*/ 480469 h 599245"/>
                <a:gd name="connsiteX5" fmla="*/ 782970 w 1565940"/>
                <a:gd name="connsiteY5" fmla="*/ 0 h 599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65940" h="599245">
                  <a:moveTo>
                    <a:pt x="782970" y="0"/>
                  </a:moveTo>
                  <a:cubicBezTo>
                    <a:pt x="1117910" y="0"/>
                    <a:pt x="1405287" y="198118"/>
                    <a:pt x="1528042" y="480469"/>
                  </a:cubicBezTo>
                  <a:lnTo>
                    <a:pt x="1565940" y="599245"/>
                  </a:lnTo>
                  <a:lnTo>
                    <a:pt x="0" y="599245"/>
                  </a:lnTo>
                  <a:lnTo>
                    <a:pt x="37898" y="480469"/>
                  </a:lnTo>
                  <a:cubicBezTo>
                    <a:pt x="160653" y="198118"/>
                    <a:pt x="448030" y="0"/>
                    <a:pt x="78297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ja-JP"/>
              </a:def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lang="ja-JP"/>
              </a:pPr>
              <a:endParaRPr kumimoji="0" 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Meiryo UI "/>
              </a:endParaRPr>
            </a:p>
          </p:txBody>
        </p:sp>
      </p:grpSp>
      <p:sp>
        <p:nvSpPr>
          <p:cNvPr id="7" name="タイトル 1">
            <a:extLst>
              <a:ext uri="{FF2B5EF4-FFF2-40B4-BE49-F238E27FC236}">
                <a16:creationId xmlns:a16="http://schemas.microsoft.com/office/drawing/2014/main" id="{4F9EBE3B-A856-C23C-4698-B764DF4BC7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22118" y="262762"/>
            <a:ext cx="5507421" cy="3649718"/>
          </a:xfrm>
        </p:spPr>
        <p:txBody>
          <a:bodyPr rtlCol="0" anchor="b">
            <a:normAutofit/>
          </a:bodyPr>
          <a:lstStyle>
            <a:lvl1pPr>
              <a:defRPr lang="ja-JP" sz="60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/>
              <a:t>クリックしてタイトルを追加</a:t>
            </a:r>
          </a:p>
        </p:txBody>
      </p:sp>
      <p:sp>
        <p:nvSpPr>
          <p:cNvPr id="8" name="図プレースホルダー 7">
            <a:extLst>
              <a:ext uri="{FF2B5EF4-FFF2-40B4-BE49-F238E27FC236}">
                <a16:creationId xmlns:a16="http://schemas.microsoft.com/office/drawing/2014/main" id="{74C9CB37-5251-201C-ACE3-FD69A00C772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07393" y="847600"/>
            <a:ext cx="4619625" cy="4617720"/>
          </a:xfrm>
          <a:prstGeom prst="ellipse">
            <a:avLst/>
          </a:prstGeom>
          <a:noFill/>
        </p:spPr>
        <p:txBody>
          <a:bodyPr tIns="548640" rtlCol="0">
            <a:normAutofit/>
          </a:bodyPr>
          <a:lstStyle>
            <a:lvl1pPr marL="0" indent="0" algn="ctr">
              <a:buNone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 dirty="0"/>
              <a:t>アイコンをクリックして画像を追加</a:t>
            </a:r>
          </a:p>
        </p:txBody>
      </p:sp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EBF08299-9068-827D-783B-BFF5B95E957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222118" y="4058263"/>
            <a:ext cx="5507421" cy="2141482"/>
          </a:xfrm>
        </p:spPr>
        <p:txBody>
          <a:bodyPr rtlCol="0">
            <a:normAutofit/>
          </a:bodyPr>
          <a:lstStyle>
            <a:lvl1pPr marL="0" indent="0">
              <a:lnSpc>
                <a:spcPct val="90000"/>
              </a:lnSpc>
              <a:buFont typeface="Arial" panose="020B0604020202020204" pitchFamily="34" charset="0"/>
              <a:buNone/>
              <a:defRPr lang="ja-JP" sz="24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228600">
              <a:lnSpc>
                <a:spcPct val="90000"/>
              </a:lnSpc>
              <a:buClr>
                <a:schemeClr val="accent2"/>
              </a:buClr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 marL="457200">
              <a:lnSpc>
                <a:spcPct val="90000"/>
              </a:lnSpc>
              <a:buClr>
                <a:schemeClr val="accent2"/>
              </a:buClr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 marL="685800">
              <a:lnSpc>
                <a:spcPct val="90000"/>
              </a:lnSpc>
              <a:buClr>
                <a:schemeClr val="accent2"/>
              </a:buClr>
              <a:defRPr lang="ja-JP" sz="1600"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>
              <a:lnSpc>
                <a:spcPct val="110000"/>
              </a:lnSpc>
              <a:defRPr lang="ja-JP"/>
            </a:lvl5pPr>
          </a:lstStyle>
          <a:p>
            <a:pPr lvl="0" rtl="0"/>
            <a:r>
              <a:rPr lang="ja-JP"/>
              <a:t>クリックしてコンテンツを追加</a:t>
            </a:r>
          </a:p>
          <a:p>
            <a:pPr lvl="1" rtl="0"/>
            <a:r>
              <a:rPr lang="ja-JP"/>
              <a:t>第 2 レベル</a:t>
            </a:r>
          </a:p>
          <a:p>
            <a:pPr lvl="2" rtl="0"/>
            <a:r>
              <a:rPr lang="ja-JP"/>
              <a:t>第 3 レベル</a:t>
            </a:r>
          </a:p>
          <a:p>
            <a:pPr lvl="3" rtl="0"/>
            <a:r>
              <a:rPr lang="ja-JP"/>
              <a:t>第 4 レベル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82496" y="6356350"/>
            <a:ext cx="1545336" cy="365125"/>
          </a:xfrm>
        </p:spPr>
        <p:txBody>
          <a:bodyPr rtlCol="0"/>
          <a:lstStyle>
            <a:lvl1pPr>
              <a:defRPr lang="ja-JP"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1pPr>
          </a:lstStyle>
          <a:p>
            <a:pPr>
              <a:defRPr lang="ja-JP"/>
            </a:pPr>
            <a:fld id="{09DFEFD3-886A-4A01-904D-1EDE85130C94}" type="datetime1">
              <a:rPr lang="ja-JP" altLang="en-US" smtClean="0">
                <a:solidFill>
                  <a:prstClr val="black">
                    <a:tint val="75000"/>
                  </a:prst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2025/5/22</a:t>
            </a:fld>
            <a:endParaRPr lang="en-US" dirty="0">
              <a:solidFill>
                <a:prstClr val="black">
                  <a:tint val="75000"/>
                </a:prst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9048" y="6356350"/>
            <a:ext cx="4114800" cy="365125"/>
          </a:xfrm>
        </p:spPr>
        <p:txBody>
          <a:bodyPr rtlCol="0"/>
          <a:lstStyle>
            <a:lvl1pPr algn="l">
              <a:defRPr lang="ja-JP"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1pPr>
          </a:lstStyle>
          <a:p>
            <a:pPr>
              <a:defRPr lang="ja-JP"/>
            </a:pPr>
            <a:r>
              <a:rPr lang="ja-JP" altLang="en-US">
                <a:solidFill>
                  <a:prstClr val="black">
                    <a:tint val="75000"/>
                  </a:prstClr>
                </a:solidFill>
              </a:rPr>
              <a:t>ピッチ デッキ</a:t>
            </a:r>
            <a:endParaRPr lang="ja-JP" altLang="en-US">
              <a:solidFill>
                <a:prstClr val="black">
                  <a:tint val="75000"/>
                </a:prst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06456" y="6356350"/>
            <a:ext cx="850392" cy="365125"/>
          </a:xfrm>
        </p:spPr>
        <p:txBody>
          <a:bodyPr rtlCol="0"/>
          <a:lstStyle>
            <a:lvl1pPr>
              <a:defRPr lang="ja-JP"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1pPr>
          </a:lstStyle>
          <a:p>
            <a:pPr>
              <a:defRPr lang="ja-JP"/>
            </a:pPr>
            <a:fld id="{D76B855D-E9CC-4FF8-AD85-6CDC7B89A0DE}" type="slidenum">
              <a:rPr lang="en-US" altLang="ja-JP" smtClean="0">
                <a:solidFill>
                  <a:prstClr val="black">
                    <a:tint val="75000"/>
                  </a:prstClr>
                </a:solidFill>
              </a:rPr>
              <a:pPr>
                <a:defRPr lang="ja-JP"/>
              </a:pPr>
              <a:t>‹#›</a:t>
            </a:fld>
            <a:endParaRPr lang="en-US" altLang="en-US" dirty="0">
              <a:solidFill>
                <a:prstClr val="black">
                  <a:tint val="75000"/>
                </a:prst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17468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04803"/>
            <a:ext cx="10515600" cy="1472974"/>
          </a:xfrm>
        </p:spPr>
        <p:txBody>
          <a:bodyPr rtlCol="0" anchor="ctr" anchorCtr="0">
            <a:noAutofit/>
          </a:bodyPr>
          <a:lstStyle>
            <a:defPPr>
              <a:defRPr lang="ja-JP"/>
            </a:defPPr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/>
              <a:t>クリックしてタイトルを追加</a:t>
            </a:r>
          </a:p>
        </p:txBody>
      </p:sp>
      <p:sp>
        <p:nvSpPr>
          <p:cNvPr id="13" name="コンテンツ プレースホルダー 12">
            <a:extLst>
              <a:ext uri="{FF2B5EF4-FFF2-40B4-BE49-F238E27FC236}">
                <a16:creationId xmlns:a16="http://schemas.microsoft.com/office/drawing/2014/main" id="{E3FB7D8D-37C3-E089-EC02-FB49A13CBE1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38200" y="1838099"/>
            <a:ext cx="8012113" cy="4284889"/>
          </a:xfrm>
        </p:spPr>
        <p:txBody>
          <a:bodyPr rtlCol="0">
            <a:normAutofit/>
          </a:bodyPr>
          <a:lstStyle>
            <a:lvl1pPr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defRPr lang="ja-JP" sz="1600"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defRPr lang="ja-JP" sz="1400"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defRPr lang="ja-JP" sz="1200"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defRPr lang="ja-JP" sz="1200"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 rtl="0"/>
            <a:r>
              <a:rPr lang="ja-JP" dirty="0"/>
              <a:t>クリックしてコンテンツを追加</a:t>
            </a:r>
          </a:p>
          <a:p>
            <a:pPr lvl="1" rtl="0"/>
            <a:r>
              <a:rPr lang="ja-JP" dirty="0"/>
              <a:t>第 2 レベル</a:t>
            </a:r>
          </a:p>
          <a:p>
            <a:pPr lvl="2" rtl="0"/>
            <a:r>
              <a:rPr lang="ja-JP" dirty="0"/>
              <a:t>第 3 レベル</a:t>
            </a:r>
          </a:p>
          <a:p>
            <a:pPr lvl="3" rtl="0"/>
            <a:r>
              <a:rPr lang="ja-JP" dirty="0"/>
              <a:t>第 4 レベル</a:t>
            </a:r>
          </a:p>
          <a:p>
            <a:pPr lvl="4" rtl="0"/>
            <a:r>
              <a:rPr lang="ja-JP" dirty="0"/>
              <a:t>第 5 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ja-JP"/>
            </a:defPPr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FFC8B28C-5BAA-4E57-BAE2-C66283A24685}" type="datetime1">
              <a:rPr lang="ja-JP" altLang="en-US" smtClean="0"/>
              <a:t>2025/5/22</a:t>
            </a:fld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ja-JP"/>
            </a:defPPr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ja-JP"/>
            </a:defPPr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CBD12358-51D2-46B3-9BDE-DF29528B9454}" type="slidenum">
              <a:rPr lang="en-US" altLang="ja-JP" smtClean="0"/>
              <a:pPr/>
              <a:t>‹#›</a:t>
            </a:fld>
            <a:endParaRPr lang="en-US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フリーフォーム:図形 14">
            <a:extLst>
              <a:ext uri="{FF2B5EF4-FFF2-40B4-BE49-F238E27FC236}">
                <a16:creationId xmlns:a16="http://schemas.microsoft.com/office/drawing/2014/main" id="{438B6FA2-AF11-618E-2B1A-38BF083DF3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-381048" y="5144407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ja-JP"/>
            </a:def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ja-JP"/>
            </a:pPr>
            <a:endParaRPr kumimoji="0" lang="ja-JP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Meiryo UI "/>
            </a:endParaRPr>
          </a:p>
        </p:txBody>
      </p:sp>
      <p:sp>
        <p:nvSpPr>
          <p:cNvPr id="8" name="フリーフォーム:図形 13">
            <a:extLst>
              <a:ext uri="{FF2B5EF4-FFF2-40B4-BE49-F238E27FC236}">
                <a16:creationId xmlns:a16="http://schemas.microsoft.com/office/drawing/2014/main" id="{A269A8D8-A4AE-CEFF-E928-7DB1CFB3E4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ja-JP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ja-JP"/>
            </a:pPr>
            <a:endParaRPr kumimoji="0" lang="ja-JP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Meiryo UI "/>
            </a:endParaRPr>
          </a:p>
        </p:txBody>
      </p:sp>
      <p:sp>
        <p:nvSpPr>
          <p:cNvPr id="11" name="フリーフォーム:図形 19">
            <a:extLst>
              <a:ext uri="{FF2B5EF4-FFF2-40B4-BE49-F238E27FC236}">
                <a16:creationId xmlns:a16="http://schemas.microsoft.com/office/drawing/2014/main" id="{15418837-E689-97BE-9FAD-FEDBD599EB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1109434" y="3527042"/>
            <a:ext cx="1082566" cy="1616525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5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ja-JP"/>
            </a:def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ja-JP"/>
            </a:pPr>
            <a:endParaRPr kumimoji="0" lang="ja-JP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Meiryo UI "/>
            </a:endParaRPr>
          </a:p>
        </p:txBody>
      </p:sp>
    </p:spTree>
    <p:extLst>
      <p:ext uri="{BB962C8B-B14F-4D97-AF65-F5344CB8AC3E}">
        <p14:creationId xmlns:p14="http://schemas.microsoft.com/office/powerpoint/2010/main" val="2587894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の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円/楕円 6">
            <a:extLst>
              <a:ext uri="{FF2B5EF4-FFF2-40B4-BE49-F238E27FC236}">
                <a16:creationId xmlns:a16="http://schemas.microsoft.com/office/drawing/2014/main" id="{7DF76A42-387B-8D66-1214-D404620700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940621" y="704193"/>
            <a:ext cx="2296455" cy="229645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ja-JP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ja-JP"/>
            </a:pPr>
            <a:endParaRPr kumimoji="0" lang="ja-JP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Meiryo UI "/>
            </a:endParaRPr>
          </a:p>
        </p:txBody>
      </p:sp>
      <p:grpSp>
        <p:nvGrpSpPr>
          <p:cNvPr id="8" name="グループ 7">
            <a:extLst>
              <a:ext uri="{FF2B5EF4-FFF2-40B4-BE49-F238E27FC236}">
                <a16:creationId xmlns:a16="http://schemas.microsoft.com/office/drawing/2014/main" id="{D2ACE818-46EF-547E-9315-A849483036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77652" y="0"/>
            <a:ext cx="8798419" cy="6816262"/>
            <a:chOff x="577652" y="-28502"/>
            <a:chExt cx="8798419" cy="6816262"/>
          </a:xfrm>
        </p:grpSpPr>
        <p:sp>
          <p:nvSpPr>
            <p:cNvPr id="9" name="円/楕円 8">
              <a:extLst>
                <a:ext uri="{FF2B5EF4-FFF2-40B4-BE49-F238E27FC236}">
                  <a16:creationId xmlns:a16="http://schemas.microsoft.com/office/drawing/2014/main" id="{E9644D21-8793-9A96-F305-5D20EE342B26}"/>
                </a:ext>
              </a:extLst>
            </p:cNvPr>
            <p:cNvSpPr/>
            <p:nvPr userDrawn="1"/>
          </p:nvSpPr>
          <p:spPr>
            <a:xfrm>
              <a:off x="2815929" y="148929"/>
              <a:ext cx="6560142" cy="656014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ja-JP"/>
              </a:def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lang="ja-JP"/>
              </a:pPr>
              <a:endParaRPr kumimoji="0" 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Meiryo UI "/>
              </a:endParaRPr>
            </a:p>
          </p:txBody>
        </p:sp>
        <p:sp>
          <p:nvSpPr>
            <p:cNvPr id="10" name="円弧 9">
              <a:extLst>
                <a:ext uri="{FF2B5EF4-FFF2-40B4-BE49-F238E27FC236}">
                  <a16:creationId xmlns:a16="http://schemas.microsoft.com/office/drawing/2014/main" id="{DF8D7AEF-C845-09F0-F31C-20B32BBA1EBA}"/>
                </a:ext>
              </a:extLst>
            </p:cNvPr>
            <p:cNvSpPr/>
            <p:nvPr userDrawn="1"/>
          </p:nvSpPr>
          <p:spPr>
            <a:xfrm rot="9222429" flipV="1">
              <a:off x="2494119" y="-28502"/>
              <a:ext cx="6816262" cy="6816262"/>
            </a:xfrm>
            <a:prstGeom prst="arc">
              <a:avLst>
                <a:gd name="adj1" fmla="val 16200000"/>
                <a:gd name="adj2" fmla="val 20093138"/>
              </a:avLst>
            </a:prstGeom>
            <a:ln w="127000" cap="rnd">
              <a:solidFill>
                <a:schemeClr val="accent4">
                  <a:alpha val="9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>
              <a:defPPr>
                <a:defRPr lang="ja-JP"/>
              </a:def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lang="ja-JP"/>
              </a:pPr>
              <a:endParaRPr kumimoji="0" 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Meiryo UI "/>
              </a:endParaRPr>
            </a:p>
          </p:txBody>
        </p:sp>
        <p:sp>
          <p:nvSpPr>
            <p:cNvPr id="11" name="円/楕円 10">
              <a:extLst>
                <a:ext uri="{FF2B5EF4-FFF2-40B4-BE49-F238E27FC236}">
                  <a16:creationId xmlns:a16="http://schemas.microsoft.com/office/drawing/2014/main" id="{5F9D44CB-887B-C74D-3E96-5607E84DAEFF}"/>
                </a:ext>
              </a:extLst>
            </p:cNvPr>
            <p:cNvSpPr/>
            <p:nvPr userDrawn="1"/>
          </p:nvSpPr>
          <p:spPr>
            <a:xfrm>
              <a:off x="577652" y="1085116"/>
              <a:ext cx="759403" cy="738802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ja-JP"/>
              </a:def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lang="ja-JP"/>
              </a:pPr>
              <a:endParaRPr kumimoji="0" 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Meiryo UI "/>
              </a:endParaRPr>
            </a:p>
          </p:txBody>
        </p:sp>
      </p:grpSp>
      <p:sp>
        <p:nvSpPr>
          <p:cNvPr id="14" name="フリーフォーム:図形 19">
            <a:extLst>
              <a:ext uri="{FF2B5EF4-FFF2-40B4-BE49-F238E27FC236}">
                <a16:creationId xmlns:a16="http://schemas.microsoft.com/office/drawing/2014/main" id="{87D193F4-2337-0048-1BE7-C9A8154191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936118" y="5508455"/>
            <a:ext cx="1082566" cy="1616525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ja-JP"/>
            </a:def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ja-JP"/>
            </a:pPr>
            <a:endParaRPr kumimoji="0" lang="ja-JP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Meiryo UI "/>
            </a:endParaRPr>
          </a:p>
        </p:txBody>
      </p:sp>
      <p:cxnSp>
        <p:nvCxnSpPr>
          <p:cNvPr id="15" name="直線​​コネクタ(S) 14">
            <a:extLst>
              <a:ext uri="{FF2B5EF4-FFF2-40B4-BE49-F238E27FC236}">
                <a16:creationId xmlns:a16="http://schemas.microsoft.com/office/drawing/2014/main" id="{45EE4510-BCBA-C39A-BEF1-A391A3304F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494655" y="5270490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タイトル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15929" y="1349825"/>
            <a:ext cx="6560142" cy="3063149"/>
          </a:xfrm>
        </p:spPr>
        <p:txBody>
          <a:bodyPr rtlCol="0" anchor="ctr">
            <a:noAutofit/>
          </a:bodyPr>
          <a:lstStyle>
            <a:lvl1pPr algn="ctr">
              <a:defRPr lang="ja-JP" sz="60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endParaRPr lang="ja-JP" dirty="0"/>
          </a:p>
        </p:txBody>
      </p:sp>
      <p:sp>
        <p:nvSpPr>
          <p:cNvPr id="3" name="サブタイトル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815929" y="4412973"/>
            <a:ext cx="6560142" cy="1935571"/>
          </a:xfrm>
        </p:spPr>
        <p:txBody>
          <a:bodyPr rtlCol="0">
            <a:noAutofit/>
          </a:bodyPr>
          <a:lstStyle>
            <a:lvl1pPr marL="0" indent="0" algn="ctr">
              <a:buNone/>
              <a:defRPr lang="ja-JP" sz="24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457200" indent="0" algn="ctr">
              <a:buNone/>
              <a:defRPr lang="ja-JP" sz="2000"/>
            </a:lvl2pPr>
            <a:lvl3pPr marL="914400" indent="0" algn="ctr">
              <a:buNone/>
              <a:defRPr lang="ja-JP" sz="1800"/>
            </a:lvl3pPr>
            <a:lvl4pPr marL="1371600" indent="0" algn="ctr">
              <a:buNone/>
              <a:defRPr lang="ja-JP" sz="1600"/>
            </a:lvl4pPr>
            <a:lvl5pPr marL="1828800" indent="0" algn="ctr">
              <a:buNone/>
              <a:defRPr lang="ja-JP" sz="1600"/>
            </a:lvl5pPr>
            <a:lvl6pPr marL="2286000" indent="0" algn="ctr">
              <a:buNone/>
              <a:defRPr lang="ja-JP" sz="1600"/>
            </a:lvl6pPr>
            <a:lvl7pPr marL="2743200" indent="0" algn="ctr">
              <a:buNone/>
              <a:defRPr lang="ja-JP" sz="1600"/>
            </a:lvl7pPr>
            <a:lvl8pPr marL="3200400" indent="0" algn="ctr">
              <a:buNone/>
              <a:defRPr lang="ja-JP" sz="1600"/>
            </a:lvl8pPr>
            <a:lvl9pPr marL="3657600" indent="0" algn="ctr">
              <a:buNone/>
              <a:defRPr lang="ja-JP" sz="1600"/>
            </a:lvl9pPr>
          </a:lstStyle>
          <a:p>
            <a:pPr rtl="0"/>
            <a:r>
              <a:rPr lang="ja-JP"/>
              <a:t>クリックしてサブタイトルを追加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0070940-5919-2C95-2278-32E50BF14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ja-JP"/>
            </a:defPPr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4416F984-07A4-4BEF-8EA3-2CC23C4B734E}" type="datetime1">
              <a:rPr lang="ja-JP" altLang="en-US" smtClean="0"/>
              <a:t>2025/5/22</a:t>
            </a:fld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957D599-49CF-19FE-6D86-C5EDB765F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ja-JP"/>
            </a:defPPr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8931DF1-1C8D-86B9-BFDD-098FFC00F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ja-JP"/>
            </a:defPPr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CBD12358-51D2-46B3-9BDE-DF29528B9454}" type="slidenum">
              <a:rPr lang="en-US" altLang="ja-JP" smtClean="0"/>
              <a:pPr/>
              <a:t>‹#›</a:t>
            </a:fld>
            <a:endParaRPr lang="en-US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637277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段組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 anchor="ctr" anchorCtr="0">
            <a:noAutofit/>
          </a:bodyPr>
          <a:lstStyle>
            <a:lvl1pPr>
              <a:defRPr lang="ja-JP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/>
              <a:t>クリックしてタイトルを追加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4915163" cy="4297680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22860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 marL="59436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 marL="86868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 marL="114300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 rtl="0"/>
            <a:r>
              <a:rPr lang="ja-JP" dirty="0"/>
              <a:t>クリックしてコンテンツを追加</a:t>
            </a:r>
          </a:p>
          <a:p>
            <a:pPr lvl="1" rtl="0"/>
            <a:r>
              <a:rPr lang="ja-JP" dirty="0"/>
              <a:t>第 2 レベル</a:t>
            </a:r>
          </a:p>
          <a:p>
            <a:pPr lvl="2" rtl="0"/>
            <a:r>
              <a:rPr lang="ja-JP" dirty="0"/>
              <a:t>第 3 レベル</a:t>
            </a:r>
          </a:p>
          <a:p>
            <a:pPr lvl="3" rtl="0"/>
            <a:r>
              <a:rPr lang="ja-JP" dirty="0"/>
              <a:t>第 4 レベル</a:t>
            </a:r>
          </a:p>
          <a:p>
            <a:pPr lvl="4" rtl="0"/>
            <a:r>
              <a:rPr lang="ja-JP" dirty="0"/>
              <a:t>第 5 レベル</a:t>
            </a:r>
          </a:p>
        </p:txBody>
      </p:sp>
      <p:sp>
        <p:nvSpPr>
          <p:cNvPr id="15" name="コンテンツ プレースホルダー 2">
            <a:extLst>
              <a:ext uri="{FF2B5EF4-FFF2-40B4-BE49-F238E27FC236}">
                <a16:creationId xmlns:a16="http://schemas.microsoft.com/office/drawing/2014/main" id="{5FB01ADF-164A-96FB-0129-C2A0F0ED0A85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6147896" y="1816916"/>
            <a:ext cx="5212080" cy="4297680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22860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 marL="59436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 marL="86868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 marL="114300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 rtl="0"/>
            <a:r>
              <a:rPr lang="ja-JP"/>
              <a:t>クリックしてコンテンツを追加</a:t>
            </a:r>
          </a:p>
          <a:p>
            <a:pPr lvl="1" rtl="0"/>
            <a:r>
              <a:rPr lang="ja-JP"/>
              <a:t>第 2 レベル</a:t>
            </a:r>
          </a:p>
          <a:p>
            <a:pPr lvl="2" rtl="0"/>
            <a:r>
              <a:rPr lang="ja-JP"/>
              <a:t>第 3 レベル</a:t>
            </a:r>
          </a:p>
          <a:p>
            <a:pPr lvl="3" rtl="0"/>
            <a:r>
              <a:rPr lang="ja-JP"/>
              <a:t>第 4 レベル</a:t>
            </a:r>
          </a:p>
          <a:p>
            <a:pPr lvl="4" rtl="0"/>
            <a:r>
              <a:rPr lang="ja-JP"/>
              <a:t>第 5 レベル</a:t>
            </a:r>
          </a:p>
        </p:txBody>
      </p:sp>
      <p:grpSp>
        <p:nvGrpSpPr>
          <p:cNvPr id="11" name="グループ 10">
            <a:extLst>
              <a:ext uri="{FF2B5EF4-FFF2-40B4-BE49-F238E27FC236}">
                <a16:creationId xmlns:a16="http://schemas.microsoft.com/office/drawing/2014/main" id="{C263F0DD-A38B-64B8-7412-087B487E6D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23536" y="2"/>
            <a:ext cx="12068464" cy="6857998"/>
            <a:chOff x="123536" y="2"/>
            <a:chExt cx="12068464" cy="6857998"/>
          </a:xfrm>
        </p:grpSpPr>
        <p:sp>
          <p:nvSpPr>
            <p:cNvPr id="12" name="フリーフォーム:図形 9">
              <a:extLst>
                <a:ext uri="{FF2B5EF4-FFF2-40B4-BE49-F238E27FC236}">
                  <a16:creationId xmlns:a16="http://schemas.microsoft.com/office/drawing/2014/main" id="{44CE2FB7-A856-E3C3-9798-73AAFB7901B8}"/>
                </a:ext>
              </a:extLst>
            </p:cNvPr>
            <p:cNvSpPr/>
            <p:nvPr userDrawn="1"/>
          </p:nvSpPr>
          <p:spPr>
            <a:xfrm>
              <a:off x="5671336" y="2"/>
              <a:ext cx="849328" cy="357668"/>
            </a:xfrm>
            <a:custGeom>
              <a:avLst/>
              <a:gdLst>
                <a:gd name="connsiteX0" fmla="*/ 0 w 1135066"/>
                <a:gd name="connsiteY0" fmla="*/ 0 h 477997"/>
                <a:gd name="connsiteX1" fmla="*/ 1135066 w 1135066"/>
                <a:gd name="connsiteY1" fmla="*/ 0 h 477997"/>
                <a:gd name="connsiteX2" fmla="*/ 1133370 w 1135066"/>
                <a:gd name="connsiteY2" fmla="*/ 16827 h 477997"/>
                <a:gd name="connsiteX3" fmla="*/ 567533 w 1135066"/>
                <a:gd name="connsiteY3" fmla="*/ 477997 h 477997"/>
                <a:gd name="connsiteX4" fmla="*/ 1696 w 1135066"/>
                <a:gd name="connsiteY4" fmla="*/ 16827 h 477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5066" h="477997">
                  <a:moveTo>
                    <a:pt x="0" y="0"/>
                  </a:moveTo>
                  <a:lnTo>
                    <a:pt x="1135066" y="0"/>
                  </a:lnTo>
                  <a:lnTo>
                    <a:pt x="1133370" y="16827"/>
                  </a:lnTo>
                  <a:cubicBezTo>
                    <a:pt x="1079514" y="280016"/>
                    <a:pt x="846644" y="477997"/>
                    <a:pt x="567533" y="477997"/>
                  </a:cubicBezTo>
                  <a:cubicBezTo>
                    <a:pt x="288422" y="477997"/>
                    <a:pt x="55552" y="280016"/>
                    <a:pt x="1696" y="1682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ja-JP"/>
              </a:def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lang="ja-JP"/>
              </a:pPr>
              <a:endParaRPr kumimoji="0" 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Meiryo UI "/>
              </a:endParaRPr>
            </a:p>
          </p:txBody>
        </p:sp>
        <p:sp>
          <p:nvSpPr>
            <p:cNvPr id="13" name="フリーフォーム:図形 10">
              <a:extLst>
                <a:ext uri="{FF2B5EF4-FFF2-40B4-BE49-F238E27FC236}">
                  <a16:creationId xmlns:a16="http://schemas.microsoft.com/office/drawing/2014/main" id="{47ED62E5-894A-A8F9-A6DC-4A5C147CDE78}"/>
                </a:ext>
              </a:extLst>
            </p:cNvPr>
            <p:cNvSpPr/>
            <p:nvPr userDrawn="1"/>
          </p:nvSpPr>
          <p:spPr>
            <a:xfrm flipH="1">
              <a:off x="123536" y="5717905"/>
              <a:ext cx="1771609" cy="1140095"/>
            </a:xfrm>
            <a:custGeom>
              <a:avLst/>
              <a:gdLst>
                <a:gd name="connsiteX0" fmla="*/ 1561721 w 1771609"/>
                <a:gd name="connsiteY0" fmla="*/ 763041 h 1140095"/>
                <a:gd name="connsiteX1" fmla="*/ 1623024 w 1771609"/>
                <a:gd name="connsiteY1" fmla="*/ 792810 h 1140095"/>
                <a:gd name="connsiteX2" fmla="*/ 1711735 w 1771609"/>
                <a:gd name="connsiteY2" fmla="*/ 970132 h 1140095"/>
                <a:gd name="connsiteX3" fmla="*/ 1771609 w 1771609"/>
                <a:gd name="connsiteY3" fmla="*/ 1140095 h 1140095"/>
                <a:gd name="connsiteX4" fmla="*/ 1637225 w 1771609"/>
                <a:gd name="connsiteY4" fmla="*/ 1140095 h 1140095"/>
                <a:gd name="connsiteX5" fmla="*/ 1594820 w 1771609"/>
                <a:gd name="connsiteY5" fmla="*/ 1019711 h 1140095"/>
                <a:gd name="connsiteX6" fmla="*/ 1513200 w 1771609"/>
                <a:gd name="connsiteY6" fmla="*/ 856627 h 1140095"/>
                <a:gd name="connsiteX7" fmla="*/ 1538499 w 1771609"/>
                <a:gd name="connsiteY7" fmla="*/ 770415 h 1140095"/>
                <a:gd name="connsiteX8" fmla="*/ 1561721 w 1771609"/>
                <a:gd name="connsiteY8" fmla="*/ 763041 h 1140095"/>
                <a:gd name="connsiteX9" fmla="*/ 933455 w 1771609"/>
                <a:gd name="connsiteY9" fmla="*/ 161309 h 1140095"/>
                <a:gd name="connsiteX10" fmla="*/ 957797 w 1771609"/>
                <a:gd name="connsiteY10" fmla="*/ 167970 h 1140095"/>
                <a:gd name="connsiteX11" fmla="*/ 1286982 w 1771609"/>
                <a:gd name="connsiteY11" fmla="*/ 387616 h 1140095"/>
                <a:gd name="connsiteX12" fmla="*/ 1293725 w 1771609"/>
                <a:gd name="connsiteY12" fmla="*/ 477075 h 1140095"/>
                <a:gd name="connsiteX13" fmla="*/ 1245453 w 1771609"/>
                <a:gd name="connsiteY13" fmla="*/ 499154 h 1140095"/>
                <a:gd name="connsiteX14" fmla="*/ 1245167 w 1771609"/>
                <a:gd name="connsiteY14" fmla="*/ 499154 h 1140095"/>
                <a:gd name="connsiteX15" fmla="*/ 1203638 w 1771609"/>
                <a:gd name="connsiteY15" fmla="*/ 484104 h 1140095"/>
                <a:gd name="connsiteX16" fmla="*/ 900647 w 1771609"/>
                <a:gd name="connsiteY16" fmla="*/ 281508 h 1140095"/>
                <a:gd name="connsiteX17" fmla="*/ 872454 w 1771609"/>
                <a:gd name="connsiteY17" fmla="*/ 196164 h 1140095"/>
                <a:gd name="connsiteX18" fmla="*/ 933455 w 1771609"/>
                <a:gd name="connsiteY18" fmla="*/ 161309 h 1140095"/>
                <a:gd name="connsiteX19" fmla="*/ 256260 w 1771609"/>
                <a:gd name="connsiteY19" fmla="*/ 29 h 1140095"/>
                <a:gd name="connsiteX20" fmla="*/ 454020 w 1771609"/>
                <a:gd name="connsiteY20" fmla="*/ 13474 h 1140095"/>
                <a:gd name="connsiteX21" fmla="*/ 509236 w 1771609"/>
                <a:gd name="connsiteY21" fmla="*/ 84182 h 1140095"/>
                <a:gd name="connsiteX22" fmla="*/ 445829 w 1771609"/>
                <a:gd name="connsiteY22" fmla="*/ 139871 h 1140095"/>
                <a:gd name="connsiteX23" fmla="*/ 437447 w 1771609"/>
                <a:gd name="connsiteY23" fmla="*/ 139395 h 1140095"/>
                <a:gd name="connsiteX24" fmla="*/ 73211 w 1771609"/>
                <a:gd name="connsiteY24" fmla="*/ 137204 h 1140095"/>
                <a:gd name="connsiteX25" fmla="*/ 749 w 1771609"/>
                <a:gd name="connsiteY25" fmla="*/ 84082 h 1140095"/>
                <a:gd name="connsiteX26" fmla="*/ 53871 w 1771609"/>
                <a:gd name="connsiteY26" fmla="*/ 11621 h 1140095"/>
                <a:gd name="connsiteX27" fmla="*/ 58352 w 1771609"/>
                <a:gd name="connsiteY27" fmla="*/ 11093 h 1140095"/>
                <a:gd name="connsiteX28" fmla="*/ 256260 w 1771609"/>
                <a:gd name="connsiteY28" fmla="*/ 29 h 1140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771609" h="1140095">
                  <a:moveTo>
                    <a:pt x="1561721" y="763041"/>
                  </a:moveTo>
                  <a:cubicBezTo>
                    <a:pt x="1585506" y="760324"/>
                    <a:pt x="1609722" y="771249"/>
                    <a:pt x="1623024" y="792810"/>
                  </a:cubicBezTo>
                  <a:cubicBezTo>
                    <a:pt x="1656300" y="850065"/>
                    <a:pt x="1685920" y="909291"/>
                    <a:pt x="1711735" y="970132"/>
                  </a:cubicBezTo>
                  <a:lnTo>
                    <a:pt x="1771609" y="1140095"/>
                  </a:lnTo>
                  <a:lnTo>
                    <a:pt x="1637225" y="1140095"/>
                  </a:lnTo>
                  <a:lnTo>
                    <a:pt x="1594820" y="1019711"/>
                  </a:lnTo>
                  <a:cubicBezTo>
                    <a:pt x="1571072" y="963753"/>
                    <a:pt x="1543818" y="909282"/>
                    <a:pt x="1513200" y="856627"/>
                  </a:cubicBezTo>
                  <a:cubicBezTo>
                    <a:pt x="1496379" y="825834"/>
                    <a:pt x="1507704" y="787236"/>
                    <a:pt x="1538499" y="770415"/>
                  </a:cubicBezTo>
                  <a:cubicBezTo>
                    <a:pt x="1545912" y="766367"/>
                    <a:pt x="1553792" y="763946"/>
                    <a:pt x="1561721" y="763041"/>
                  </a:cubicBezTo>
                  <a:close/>
                  <a:moveTo>
                    <a:pt x="933455" y="161309"/>
                  </a:moveTo>
                  <a:cubicBezTo>
                    <a:pt x="941693" y="161855"/>
                    <a:pt x="949959" y="164025"/>
                    <a:pt x="957797" y="167970"/>
                  </a:cubicBezTo>
                  <a:cubicBezTo>
                    <a:pt x="1076184" y="227289"/>
                    <a:pt x="1186759" y="301068"/>
                    <a:pt x="1286982" y="387616"/>
                  </a:cubicBezTo>
                  <a:cubicBezTo>
                    <a:pt x="1313547" y="410457"/>
                    <a:pt x="1316566" y="450510"/>
                    <a:pt x="1293725" y="477075"/>
                  </a:cubicBezTo>
                  <a:cubicBezTo>
                    <a:pt x="1281638" y="491137"/>
                    <a:pt x="1263998" y="499204"/>
                    <a:pt x="1245453" y="499154"/>
                  </a:cubicBezTo>
                  <a:lnTo>
                    <a:pt x="1245167" y="499154"/>
                  </a:lnTo>
                  <a:cubicBezTo>
                    <a:pt x="1229965" y="499301"/>
                    <a:pt x="1215220" y="493956"/>
                    <a:pt x="1203638" y="484104"/>
                  </a:cubicBezTo>
                  <a:cubicBezTo>
                    <a:pt x="1111407" y="404300"/>
                    <a:pt x="1009633" y="336248"/>
                    <a:pt x="900647" y="281508"/>
                  </a:cubicBezTo>
                  <a:cubicBezTo>
                    <a:pt x="869295" y="265726"/>
                    <a:pt x="856672" y="227516"/>
                    <a:pt x="872454" y="196164"/>
                  </a:cubicBezTo>
                  <a:cubicBezTo>
                    <a:pt x="884290" y="172650"/>
                    <a:pt x="908742" y="159670"/>
                    <a:pt x="933455" y="161309"/>
                  </a:cubicBezTo>
                  <a:close/>
                  <a:moveTo>
                    <a:pt x="256260" y="29"/>
                  </a:moveTo>
                  <a:cubicBezTo>
                    <a:pt x="322331" y="427"/>
                    <a:pt x="388378" y="4909"/>
                    <a:pt x="454020" y="13474"/>
                  </a:cubicBezTo>
                  <a:cubicBezTo>
                    <a:pt x="488793" y="17752"/>
                    <a:pt x="513514" y="49409"/>
                    <a:pt x="509236" y="84182"/>
                  </a:cubicBezTo>
                  <a:cubicBezTo>
                    <a:pt x="505303" y="116151"/>
                    <a:pt x="478038" y="140098"/>
                    <a:pt x="445829" y="139871"/>
                  </a:cubicBezTo>
                  <a:cubicBezTo>
                    <a:pt x="443027" y="139899"/>
                    <a:pt x="440227" y="139740"/>
                    <a:pt x="437447" y="139395"/>
                  </a:cubicBezTo>
                  <a:cubicBezTo>
                    <a:pt x="316592" y="123615"/>
                    <a:pt x="194247" y="122878"/>
                    <a:pt x="73211" y="137204"/>
                  </a:cubicBezTo>
                  <a:cubicBezTo>
                    <a:pt x="38532" y="142545"/>
                    <a:pt x="6090" y="118762"/>
                    <a:pt x="749" y="84082"/>
                  </a:cubicBezTo>
                  <a:cubicBezTo>
                    <a:pt x="-4591" y="49403"/>
                    <a:pt x="19192" y="16961"/>
                    <a:pt x="53871" y="11621"/>
                  </a:cubicBezTo>
                  <a:cubicBezTo>
                    <a:pt x="55358" y="11392"/>
                    <a:pt x="56852" y="11216"/>
                    <a:pt x="58352" y="11093"/>
                  </a:cubicBezTo>
                  <a:cubicBezTo>
                    <a:pt x="124093" y="3319"/>
                    <a:pt x="190189" y="-369"/>
                    <a:pt x="256260" y="29"/>
                  </a:cubicBezTo>
                  <a:close/>
                </a:path>
              </a:pathLst>
            </a:custGeom>
            <a:solidFill>
              <a:schemeClr val="accent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ja-JP"/>
              </a:def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lang="ja-JP"/>
              </a:pPr>
              <a:endParaRPr kumimoji="0" 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Meiryo UI "/>
              </a:endParaRPr>
            </a:p>
          </p:txBody>
        </p:sp>
        <p:sp>
          <p:nvSpPr>
            <p:cNvPr id="14" name="フリーフォーム:図形 11">
              <a:extLst>
                <a:ext uri="{FF2B5EF4-FFF2-40B4-BE49-F238E27FC236}">
                  <a16:creationId xmlns:a16="http://schemas.microsoft.com/office/drawing/2014/main" id="{5C181CD4-C69B-2826-AF23-060D677248A9}"/>
                </a:ext>
              </a:extLst>
            </p:cNvPr>
            <p:cNvSpPr/>
            <p:nvPr userDrawn="1"/>
          </p:nvSpPr>
          <p:spPr>
            <a:xfrm rot="5400000">
              <a:off x="11328915" y="3872201"/>
              <a:ext cx="1214656" cy="511514"/>
            </a:xfrm>
            <a:custGeom>
              <a:avLst/>
              <a:gdLst>
                <a:gd name="connsiteX0" fmla="*/ 0 w 1135066"/>
                <a:gd name="connsiteY0" fmla="*/ 0 h 477997"/>
                <a:gd name="connsiteX1" fmla="*/ 1135066 w 1135066"/>
                <a:gd name="connsiteY1" fmla="*/ 0 h 477997"/>
                <a:gd name="connsiteX2" fmla="*/ 1133370 w 1135066"/>
                <a:gd name="connsiteY2" fmla="*/ 16827 h 477997"/>
                <a:gd name="connsiteX3" fmla="*/ 567533 w 1135066"/>
                <a:gd name="connsiteY3" fmla="*/ 477997 h 477997"/>
                <a:gd name="connsiteX4" fmla="*/ 1696 w 1135066"/>
                <a:gd name="connsiteY4" fmla="*/ 16827 h 477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5066" h="477997">
                  <a:moveTo>
                    <a:pt x="0" y="0"/>
                  </a:moveTo>
                  <a:lnTo>
                    <a:pt x="1135066" y="0"/>
                  </a:lnTo>
                  <a:lnTo>
                    <a:pt x="1133370" y="16827"/>
                  </a:lnTo>
                  <a:cubicBezTo>
                    <a:pt x="1079514" y="280016"/>
                    <a:pt x="846644" y="477997"/>
                    <a:pt x="567533" y="477997"/>
                  </a:cubicBezTo>
                  <a:cubicBezTo>
                    <a:pt x="288422" y="477997"/>
                    <a:pt x="55552" y="280016"/>
                    <a:pt x="1696" y="1682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ja-JP"/>
              </a:def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lang="ja-JP"/>
              </a:pPr>
              <a:endParaRPr kumimoji="0" 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Meiryo UI "/>
              </a:endParaRPr>
            </a:p>
          </p:txBody>
        </p:sp>
      </p:grp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ja-JP"/>
            </a:defPPr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869B1677-E68C-462E-B34B-2DF0C5F8E9B7}" type="datetime1">
              <a:rPr lang="ja-JP" altLang="en-US" smtClean="0"/>
              <a:t>2025/5/22</a:t>
            </a:fld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ja-JP"/>
            </a:defPPr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ja-JP"/>
            </a:defPPr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CBD12358-51D2-46B3-9BDE-DF29528B9454}" type="slidenum">
              <a:rPr lang="en-US" altLang="ja-JP" smtClean="0"/>
              <a:pPr/>
              <a:t>‹#›</a:t>
            </a:fld>
            <a:endParaRPr lang="en-US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05290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段組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 anchor="ctr" anchorCtr="0">
            <a:noAutofit/>
          </a:bodyPr>
          <a:lstStyle>
            <a:defPPr>
              <a:defRPr lang="ja-JP"/>
            </a:defPPr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/>
              <a:t>クリックしてタイトルを追加</a:t>
            </a:r>
          </a:p>
        </p:txBody>
      </p:sp>
      <p:sp>
        <p:nvSpPr>
          <p:cNvPr id="11" name="コンテンツ プレースホルダー 2">
            <a:extLst>
              <a:ext uri="{FF2B5EF4-FFF2-40B4-BE49-F238E27FC236}">
                <a16:creationId xmlns:a16="http://schemas.microsoft.com/office/drawing/2014/main" id="{60538251-2B75-FA20-0F29-FB58583E6125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1" y="1825625"/>
            <a:ext cx="3108958" cy="4297680"/>
          </a:xfrm>
        </p:spPr>
        <p:txBody>
          <a:bodyPr rtlCol="0">
            <a:normAutofit/>
          </a:bodyPr>
          <a:lstStyle>
            <a:lvl1pPr marL="22860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2857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 marL="65151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 marL="92583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 marL="12001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 rtl="0"/>
            <a:r>
              <a:rPr lang="ja-JP" dirty="0"/>
              <a:t>クリックしてコンテンツを追加</a:t>
            </a:r>
          </a:p>
          <a:p>
            <a:pPr lvl="1" rtl="0"/>
            <a:r>
              <a:rPr lang="ja-JP" dirty="0"/>
              <a:t>第 2 レベル</a:t>
            </a:r>
          </a:p>
          <a:p>
            <a:pPr lvl="2" rtl="0"/>
            <a:r>
              <a:rPr lang="ja-JP" dirty="0"/>
              <a:t>第 3 レベル</a:t>
            </a:r>
          </a:p>
          <a:p>
            <a:pPr lvl="3" rtl="0"/>
            <a:r>
              <a:rPr lang="ja-JP" dirty="0"/>
              <a:t>第 4 レベル</a:t>
            </a:r>
          </a:p>
          <a:p>
            <a:pPr lvl="4" rtl="0"/>
            <a:r>
              <a:rPr lang="ja-JP" dirty="0"/>
              <a:t>第 5 レベル</a:t>
            </a:r>
          </a:p>
        </p:txBody>
      </p:sp>
      <p:sp>
        <p:nvSpPr>
          <p:cNvPr id="12" name="コンテンツ プレースホルダー 2">
            <a:extLst>
              <a:ext uri="{FF2B5EF4-FFF2-40B4-BE49-F238E27FC236}">
                <a16:creationId xmlns:a16="http://schemas.microsoft.com/office/drawing/2014/main" id="{A06C49DD-8C29-93EA-04F4-22F84080DF5C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4661820" y="1816916"/>
            <a:ext cx="6698156" cy="4297680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22860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 marL="59436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 marL="86868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 marL="114300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 rtl="0"/>
            <a:r>
              <a:rPr lang="ja-JP"/>
              <a:t>クリックしてコンテンツを追加</a:t>
            </a:r>
          </a:p>
          <a:p>
            <a:pPr lvl="1" rtl="0"/>
            <a:r>
              <a:rPr lang="ja-JP"/>
              <a:t>第 2 レベル</a:t>
            </a:r>
          </a:p>
          <a:p>
            <a:pPr lvl="2" rtl="0"/>
            <a:r>
              <a:rPr lang="ja-JP"/>
              <a:t>第 3 レベル</a:t>
            </a:r>
          </a:p>
          <a:p>
            <a:pPr lvl="3" rtl="0"/>
            <a:r>
              <a:rPr lang="ja-JP"/>
              <a:t>第 4 レベル</a:t>
            </a:r>
          </a:p>
          <a:p>
            <a:pPr lvl="4" rtl="0"/>
            <a:r>
              <a:rPr lang="ja-JP"/>
              <a:t>第 5 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ja-JP"/>
            </a:defPPr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C85F7523-E92F-4B9F-9D76-B075BF59311D}" type="datetime1">
              <a:rPr lang="ja-JP" altLang="en-US" smtClean="0"/>
              <a:t>2025/5/22</a:t>
            </a:fld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ja-JP"/>
            </a:defPPr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ja-JP"/>
            </a:defPPr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CBD12358-51D2-46B3-9BDE-DF29528B9454}" type="slidenum">
              <a:rPr lang="en-US" altLang="ja-JP" smtClean="0"/>
              <a:pPr/>
              <a:t>‹#›</a:t>
            </a:fld>
            <a:endParaRPr lang="en-US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" name="フリーフォーム:図形 11">
            <a:extLst>
              <a:ext uri="{FF2B5EF4-FFF2-40B4-BE49-F238E27FC236}">
                <a16:creationId xmlns:a16="http://schemas.microsoft.com/office/drawing/2014/main" id="{1E75594D-82D2-74F6-56EC-46FCD28CB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994966" y="0"/>
            <a:ext cx="1214656" cy="511514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ja-JP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ja-JP"/>
            </a:pPr>
            <a:endParaRPr kumimoji="0" lang="ja-JP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Meiryo UI "/>
            </a:endParaRPr>
          </a:p>
        </p:txBody>
      </p:sp>
      <p:sp>
        <p:nvSpPr>
          <p:cNvPr id="9" name="フリーフォーム:図形 13​​">
            <a:extLst>
              <a:ext uri="{FF2B5EF4-FFF2-40B4-BE49-F238E27FC236}">
                <a16:creationId xmlns:a16="http://schemas.microsoft.com/office/drawing/2014/main" id="{FF4E0F5B-0892-2688-EFD3-284369DA5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8097530" y="5590215"/>
            <a:ext cx="2279742" cy="1267785"/>
          </a:xfrm>
          <a:custGeom>
            <a:avLst/>
            <a:gdLst>
              <a:gd name="connsiteX0" fmla="*/ 0 w 2279742"/>
              <a:gd name="connsiteY0" fmla="*/ 0 h 1267785"/>
              <a:gd name="connsiteX1" fmla="*/ 138700 w 2279742"/>
              <a:gd name="connsiteY1" fmla="*/ 0 h 1267785"/>
              <a:gd name="connsiteX2" fmla="*/ 138700 w 2279742"/>
              <a:gd name="connsiteY2" fmla="*/ 1078193 h 1267785"/>
              <a:gd name="connsiteX3" fmla="*/ 2002733 w 2279742"/>
              <a:gd name="connsiteY3" fmla="*/ 0 h 1267785"/>
              <a:gd name="connsiteX4" fmla="*/ 2279742 w 2279742"/>
              <a:gd name="connsiteY4" fmla="*/ 0 h 1267785"/>
              <a:gd name="connsiteX5" fmla="*/ 104026 w 2279742"/>
              <a:gd name="connsiteY5" fmla="*/ 1258503 h 1267785"/>
              <a:gd name="connsiteX6" fmla="*/ 69351 w 2279742"/>
              <a:gd name="connsiteY6" fmla="*/ 1267785 h 1267785"/>
              <a:gd name="connsiteX7" fmla="*/ 0 w 2279742"/>
              <a:gd name="connsiteY7" fmla="*/ 1198436 h 1267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79742" h="1267785">
                <a:moveTo>
                  <a:pt x="0" y="0"/>
                </a:moveTo>
                <a:lnTo>
                  <a:pt x="138700" y="0"/>
                </a:lnTo>
                <a:lnTo>
                  <a:pt x="138700" y="1078193"/>
                </a:lnTo>
                <a:lnTo>
                  <a:pt x="2002733" y="0"/>
                </a:lnTo>
                <a:lnTo>
                  <a:pt x="2279742" y="0"/>
                </a:lnTo>
                <a:lnTo>
                  <a:pt x="104026" y="1258503"/>
                </a:lnTo>
                <a:cubicBezTo>
                  <a:pt x="93484" y="1264595"/>
                  <a:pt x="81523" y="1267796"/>
                  <a:pt x="69351" y="1267785"/>
                </a:cubicBezTo>
                <a:cubicBezTo>
                  <a:pt x="31049" y="1267785"/>
                  <a:pt x="0" y="1236737"/>
                  <a:pt x="0" y="1198436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ja-JP"/>
            </a:def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ja-JP"/>
            </a:pPr>
            <a:endParaRPr kumimoji="0" lang="ja-JP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Meiryo UI "/>
            </a:endParaRPr>
          </a:p>
        </p:txBody>
      </p:sp>
      <p:cxnSp>
        <p:nvCxnSpPr>
          <p:cNvPr id="10" name="直線​​コネクタ(S) 9">
            <a:extLst>
              <a:ext uri="{FF2B5EF4-FFF2-40B4-BE49-F238E27FC236}">
                <a16:creationId xmlns:a16="http://schemas.microsoft.com/office/drawing/2014/main" id="{71D8715A-3067-732D-C410-868C7CCCF7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982378" y="5512123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78526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と画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グループ 3">
            <a:extLst>
              <a:ext uri="{FF2B5EF4-FFF2-40B4-BE49-F238E27FC236}">
                <a16:creationId xmlns:a16="http://schemas.microsoft.com/office/drawing/2014/main" id="{5807BCF9-2F5B-200E-2E6C-E177DB56EC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7458"/>
            <a:ext cx="7083733" cy="6182202"/>
            <a:chOff x="0" y="7460"/>
            <a:chExt cx="7083733" cy="6182202"/>
          </a:xfrm>
        </p:grpSpPr>
        <p:sp>
          <p:nvSpPr>
            <p:cNvPr id="9" name="フリーフォーム:図形 14">
              <a:extLst>
                <a:ext uri="{FF2B5EF4-FFF2-40B4-BE49-F238E27FC236}">
                  <a16:creationId xmlns:a16="http://schemas.microsoft.com/office/drawing/2014/main" id="{7A624B2B-50FD-9351-987F-2E5A5472CAB6}"/>
                </a:ext>
              </a:extLst>
            </p:cNvPr>
            <p:cNvSpPr/>
            <p:nvPr userDrawn="1"/>
          </p:nvSpPr>
          <p:spPr>
            <a:xfrm rot="16200000">
              <a:off x="-388933" y="4841194"/>
              <a:ext cx="1737401" cy="959536"/>
            </a:xfrm>
            <a:custGeom>
              <a:avLst/>
              <a:gdLst>
                <a:gd name="connsiteX0" fmla="*/ 0 w 1737401"/>
                <a:gd name="connsiteY0" fmla="*/ 0 h 959536"/>
                <a:gd name="connsiteX1" fmla="*/ 123825 w 1737401"/>
                <a:gd name="connsiteY1" fmla="*/ 0 h 959536"/>
                <a:gd name="connsiteX2" fmla="*/ 123825 w 1737401"/>
                <a:gd name="connsiteY2" fmla="*/ 790277 h 959536"/>
                <a:gd name="connsiteX3" fmla="*/ 1490095 w 1737401"/>
                <a:gd name="connsiteY3" fmla="*/ 0 h 959536"/>
                <a:gd name="connsiteX4" fmla="*/ 1737401 w 1737401"/>
                <a:gd name="connsiteY4" fmla="*/ 0 h 959536"/>
                <a:gd name="connsiteX5" fmla="*/ 92869 w 1737401"/>
                <a:gd name="connsiteY5" fmla="*/ 951249 h 959536"/>
                <a:gd name="connsiteX6" fmla="*/ 61913 w 1737401"/>
                <a:gd name="connsiteY6" fmla="*/ 959536 h 959536"/>
                <a:gd name="connsiteX7" fmla="*/ 0 w 1737401"/>
                <a:gd name="connsiteY7" fmla="*/ 897624 h 959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37401" h="959536">
                  <a:moveTo>
                    <a:pt x="0" y="0"/>
                  </a:moveTo>
                  <a:lnTo>
                    <a:pt x="123825" y="0"/>
                  </a:lnTo>
                  <a:lnTo>
                    <a:pt x="123825" y="790277"/>
                  </a:lnTo>
                  <a:lnTo>
                    <a:pt x="1490095" y="0"/>
                  </a:lnTo>
                  <a:lnTo>
                    <a:pt x="1737401" y="0"/>
                  </a:lnTo>
                  <a:lnTo>
                    <a:pt x="92869" y="951249"/>
                  </a:lnTo>
                  <a:cubicBezTo>
                    <a:pt x="83458" y="956688"/>
                    <a:pt x="72780" y="959546"/>
                    <a:pt x="61913" y="959536"/>
                  </a:cubicBezTo>
                  <a:cubicBezTo>
                    <a:pt x="27719" y="959536"/>
                    <a:pt x="0" y="931818"/>
                    <a:pt x="0" y="897624"/>
                  </a:cubicBezTo>
                  <a:close/>
                </a:path>
              </a:pathLst>
            </a:custGeom>
            <a:solidFill>
              <a:schemeClr val="accent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ja-JP"/>
              </a:def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lang="ja-JP"/>
              </a:pPr>
              <a:endParaRPr kumimoji="0" 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Meiryo UI "/>
              </a:endParaRPr>
            </a:p>
          </p:txBody>
        </p:sp>
        <p:sp>
          <p:nvSpPr>
            <p:cNvPr id="10" name="フリーフォーム:図形 13​​">
              <a:extLst>
                <a:ext uri="{FF2B5EF4-FFF2-40B4-BE49-F238E27FC236}">
                  <a16:creationId xmlns:a16="http://schemas.microsoft.com/office/drawing/2014/main" id="{51E534EE-E0F1-2BD9-9A82-7656B90A2D9D}"/>
                </a:ext>
              </a:extLst>
            </p:cNvPr>
            <p:cNvSpPr/>
            <p:nvPr userDrawn="1"/>
          </p:nvSpPr>
          <p:spPr>
            <a:xfrm>
              <a:off x="6234405" y="7460"/>
              <a:ext cx="849328" cy="357668"/>
            </a:xfrm>
            <a:custGeom>
              <a:avLst/>
              <a:gdLst>
                <a:gd name="connsiteX0" fmla="*/ 0 w 1135066"/>
                <a:gd name="connsiteY0" fmla="*/ 0 h 477997"/>
                <a:gd name="connsiteX1" fmla="*/ 1135066 w 1135066"/>
                <a:gd name="connsiteY1" fmla="*/ 0 h 477997"/>
                <a:gd name="connsiteX2" fmla="*/ 1133370 w 1135066"/>
                <a:gd name="connsiteY2" fmla="*/ 16827 h 477997"/>
                <a:gd name="connsiteX3" fmla="*/ 567533 w 1135066"/>
                <a:gd name="connsiteY3" fmla="*/ 477997 h 477997"/>
                <a:gd name="connsiteX4" fmla="*/ 1696 w 1135066"/>
                <a:gd name="connsiteY4" fmla="*/ 16827 h 477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5066" h="477997">
                  <a:moveTo>
                    <a:pt x="0" y="0"/>
                  </a:moveTo>
                  <a:lnTo>
                    <a:pt x="1135066" y="0"/>
                  </a:lnTo>
                  <a:lnTo>
                    <a:pt x="1133370" y="16827"/>
                  </a:lnTo>
                  <a:cubicBezTo>
                    <a:pt x="1079514" y="280016"/>
                    <a:pt x="846644" y="477997"/>
                    <a:pt x="567533" y="477997"/>
                  </a:cubicBezTo>
                  <a:cubicBezTo>
                    <a:pt x="288422" y="477997"/>
                    <a:pt x="55552" y="280016"/>
                    <a:pt x="1696" y="1682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ja-JP"/>
              </a:def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lang="ja-JP"/>
              </a:pPr>
              <a:endParaRPr kumimoji="0" 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Meiryo UI "/>
              </a:endParaRPr>
            </a:p>
          </p:txBody>
        </p:sp>
      </p:grpSp>
      <p:sp>
        <p:nvSpPr>
          <p:cNvPr id="2" name="タイトル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8437"/>
            <a:ext cx="5257800" cy="2324046"/>
          </a:xfrm>
        </p:spPr>
        <p:txBody>
          <a:bodyPr rtlCol="0" anchor="b" anchorCtr="0">
            <a:noAutofit/>
          </a:bodyPr>
          <a:lstStyle>
            <a:lvl1pPr>
              <a:defRPr lang="ja-JP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endParaRPr lang="ja-JP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2657316"/>
            <a:ext cx="5257800" cy="3369858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7429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ja-JP" sz="1600"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 marL="12001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ja-JP" sz="1400"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 marL="1543050" indent="-1714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ja-JP" sz="1200"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 marL="2000250" indent="-1714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ja-JP" sz="1200"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 rtl="0"/>
            <a:r>
              <a:rPr lang="ja-JP"/>
              <a:t>クリックしてコンテンツを追加</a:t>
            </a:r>
          </a:p>
          <a:p>
            <a:pPr lvl="1" rtl="0"/>
            <a:r>
              <a:rPr lang="ja-JP"/>
              <a:t>第 2 レベル</a:t>
            </a:r>
          </a:p>
          <a:p>
            <a:pPr lvl="2" rtl="0"/>
            <a:r>
              <a:rPr lang="ja-JP"/>
              <a:t>第 3 レベル</a:t>
            </a:r>
          </a:p>
          <a:p>
            <a:pPr lvl="3" rtl="0"/>
            <a:r>
              <a:rPr lang="ja-JP"/>
              <a:t>第 4 レベル</a:t>
            </a:r>
          </a:p>
          <a:p>
            <a:pPr lvl="4" rtl="0"/>
            <a:r>
              <a:rPr lang="ja-JP"/>
              <a:t>第 5 レベル</a:t>
            </a:r>
          </a:p>
        </p:txBody>
      </p:sp>
      <p:sp>
        <p:nvSpPr>
          <p:cNvPr id="8" name="図プレースホルダー 7">
            <a:extLst>
              <a:ext uri="{FF2B5EF4-FFF2-40B4-BE49-F238E27FC236}">
                <a16:creationId xmlns:a16="http://schemas.microsoft.com/office/drawing/2014/main" id="{BC013AD6-0EF3-2B25-DDBD-2DF706123AE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413114" y="845068"/>
            <a:ext cx="5193792" cy="5193792"/>
          </a:xfrm>
          <a:prstGeom prst="ellipse">
            <a:avLst/>
          </a:prstGeom>
        </p:spPr>
        <p:txBody>
          <a:bodyPr rtlCol="0"/>
          <a:lstStyle>
            <a:lvl1pPr marL="0" indent="0" algn="ctr">
              <a:buNone/>
              <a:defRPr lang="ja-JP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/>
              <a:t>アイコンをクリックして画像を追加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ja-JP"/>
            </a:defPPr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E8F743FE-B55A-4661-9DE8-AE6D47E6A20B}" type="datetime1">
              <a:rPr lang="ja-JP" altLang="en-US" smtClean="0"/>
              <a:t>2025/5/22</a:t>
            </a:fld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ja-JP"/>
            </a:defPPr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ja-JP"/>
            </a:defPPr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CBD12358-51D2-46B3-9BDE-DF29528B9454}" type="slidenum">
              <a:rPr lang="en-US" altLang="ja-JP" smtClean="0"/>
              <a:pPr/>
              <a:t>‹#›</a:t>
            </a:fld>
            <a:endParaRPr lang="en-US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454381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と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グループ 10">
            <a:extLst>
              <a:ext uri="{FF2B5EF4-FFF2-40B4-BE49-F238E27FC236}">
                <a16:creationId xmlns:a16="http://schemas.microsoft.com/office/drawing/2014/main" id="{521BD3DB-6F51-C1AE-FF0E-D0BDCB55F3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23536" y="2"/>
            <a:ext cx="11220225" cy="6857998"/>
            <a:chOff x="123536" y="2"/>
            <a:chExt cx="11220225" cy="6857998"/>
          </a:xfrm>
        </p:grpSpPr>
        <p:sp>
          <p:nvSpPr>
            <p:cNvPr id="12" name="フリーフォーム:図形 7">
              <a:extLst>
                <a:ext uri="{FF2B5EF4-FFF2-40B4-BE49-F238E27FC236}">
                  <a16:creationId xmlns:a16="http://schemas.microsoft.com/office/drawing/2014/main" id="{59903C17-0733-BE0C-7392-283FEC2E98B0}"/>
                </a:ext>
              </a:extLst>
            </p:cNvPr>
            <p:cNvSpPr/>
            <p:nvPr/>
          </p:nvSpPr>
          <p:spPr>
            <a:xfrm flipH="1">
              <a:off x="123536" y="5717905"/>
              <a:ext cx="1771609" cy="1140095"/>
            </a:xfrm>
            <a:custGeom>
              <a:avLst/>
              <a:gdLst>
                <a:gd name="connsiteX0" fmla="*/ 1561721 w 1771609"/>
                <a:gd name="connsiteY0" fmla="*/ 763041 h 1140095"/>
                <a:gd name="connsiteX1" fmla="*/ 1623024 w 1771609"/>
                <a:gd name="connsiteY1" fmla="*/ 792810 h 1140095"/>
                <a:gd name="connsiteX2" fmla="*/ 1711735 w 1771609"/>
                <a:gd name="connsiteY2" fmla="*/ 970132 h 1140095"/>
                <a:gd name="connsiteX3" fmla="*/ 1771609 w 1771609"/>
                <a:gd name="connsiteY3" fmla="*/ 1140095 h 1140095"/>
                <a:gd name="connsiteX4" fmla="*/ 1637225 w 1771609"/>
                <a:gd name="connsiteY4" fmla="*/ 1140095 h 1140095"/>
                <a:gd name="connsiteX5" fmla="*/ 1594820 w 1771609"/>
                <a:gd name="connsiteY5" fmla="*/ 1019711 h 1140095"/>
                <a:gd name="connsiteX6" fmla="*/ 1513200 w 1771609"/>
                <a:gd name="connsiteY6" fmla="*/ 856627 h 1140095"/>
                <a:gd name="connsiteX7" fmla="*/ 1538499 w 1771609"/>
                <a:gd name="connsiteY7" fmla="*/ 770415 h 1140095"/>
                <a:gd name="connsiteX8" fmla="*/ 1561721 w 1771609"/>
                <a:gd name="connsiteY8" fmla="*/ 763041 h 1140095"/>
                <a:gd name="connsiteX9" fmla="*/ 933455 w 1771609"/>
                <a:gd name="connsiteY9" fmla="*/ 161309 h 1140095"/>
                <a:gd name="connsiteX10" fmla="*/ 957797 w 1771609"/>
                <a:gd name="connsiteY10" fmla="*/ 167970 h 1140095"/>
                <a:gd name="connsiteX11" fmla="*/ 1286982 w 1771609"/>
                <a:gd name="connsiteY11" fmla="*/ 387616 h 1140095"/>
                <a:gd name="connsiteX12" fmla="*/ 1293725 w 1771609"/>
                <a:gd name="connsiteY12" fmla="*/ 477075 h 1140095"/>
                <a:gd name="connsiteX13" fmla="*/ 1245453 w 1771609"/>
                <a:gd name="connsiteY13" fmla="*/ 499154 h 1140095"/>
                <a:gd name="connsiteX14" fmla="*/ 1245167 w 1771609"/>
                <a:gd name="connsiteY14" fmla="*/ 499154 h 1140095"/>
                <a:gd name="connsiteX15" fmla="*/ 1203638 w 1771609"/>
                <a:gd name="connsiteY15" fmla="*/ 484104 h 1140095"/>
                <a:gd name="connsiteX16" fmla="*/ 900647 w 1771609"/>
                <a:gd name="connsiteY16" fmla="*/ 281508 h 1140095"/>
                <a:gd name="connsiteX17" fmla="*/ 872454 w 1771609"/>
                <a:gd name="connsiteY17" fmla="*/ 196164 h 1140095"/>
                <a:gd name="connsiteX18" fmla="*/ 933455 w 1771609"/>
                <a:gd name="connsiteY18" fmla="*/ 161309 h 1140095"/>
                <a:gd name="connsiteX19" fmla="*/ 256260 w 1771609"/>
                <a:gd name="connsiteY19" fmla="*/ 29 h 1140095"/>
                <a:gd name="connsiteX20" fmla="*/ 454020 w 1771609"/>
                <a:gd name="connsiteY20" fmla="*/ 13474 h 1140095"/>
                <a:gd name="connsiteX21" fmla="*/ 509236 w 1771609"/>
                <a:gd name="connsiteY21" fmla="*/ 84182 h 1140095"/>
                <a:gd name="connsiteX22" fmla="*/ 445829 w 1771609"/>
                <a:gd name="connsiteY22" fmla="*/ 139871 h 1140095"/>
                <a:gd name="connsiteX23" fmla="*/ 437447 w 1771609"/>
                <a:gd name="connsiteY23" fmla="*/ 139395 h 1140095"/>
                <a:gd name="connsiteX24" fmla="*/ 73211 w 1771609"/>
                <a:gd name="connsiteY24" fmla="*/ 137204 h 1140095"/>
                <a:gd name="connsiteX25" fmla="*/ 749 w 1771609"/>
                <a:gd name="connsiteY25" fmla="*/ 84082 h 1140095"/>
                <a:gd name="connsiteX26" fmla="*/ 53871 w 1771609"/>
                <a:gd name="connsiteY26" fmla="*/ 11621 h 1140095"/>
                <a:gd name="connsiteX27" fmla="*/ 58352 w 1771609"/>
                <a:gd name="connsiteY27" fmla="*/ 11093 h 1140095"/>
                <a:gd name="connsiteX28" fmla="*/ 256260 w 1771609"/>
                <a:gd name="connsiteY28" fmla="*/ 29 h 1140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771609" h="1140095">
                  <a:moveTo>
                    <a:pt x="1561721" y="763041"/>
                  </a:moveTo>
                  <a:cubicBezTo>
                    <a:pt x="1585506" y="760324"/>
                    <a:pt x="1609722" y="771249"/>
                    <a:pt x="1623024" y="792810"/>
                  </a:cubicBezTo>
                  <a:cubicBezTo>
                    <a:pt x="1656300" y="850065"/>
                    <a:pt x="1685920" y="909291"/>
                    <a:pt x="1711735" y="970132"/>
                  </a:cubicBezTo>
                  <a:lnTo>
                    <a:pt x="1771609" y="1140095"/>
                  </a:lnTo>
                  <a:lnTo>
                    <a:pt x="1637225" y="1140095"/>
                  </a:lnTo>
                  <a:lnTo>
                    <a:pt x="1594820" y="1019711"/>
                  </a:lnTo>
                  <a:cubicBezTo>
                    <a:pt x="1571072" y="963753"/>
                    <a:pt x="1543818" y="909282"/>
                    <a:pt x="1513200" y="856627"/>
                  </a:cubicBezTo>
                  <a:cubicBezTo>
                    <a:pt x="1496379" y="825834"/>
                    <a:pt x="1507704" y="787236"/>
                    <a:pt x="1538499" y="770415"/>
                  </a:cubicBezTo>
                  <a:cubicBezTo>
                    <a:pt x="1545912" y="766367"/>
                    <a:pt x="1553792" y="763946"/>
                    <a:pt x="1561721" y="763041"/>
                  </a:cubicBezTo>
                  <a:close/>
                  <a:moveTo>
                    <a:pt x="933455" y="161309"/>
                  </a:moveTo>
                  <a:cubicBezTo>
                    <a:pt x="941693" y="161855"/>
                    <a:pt x="949959" y="164025"/>
                    <a:pt x="957797" y="167970"/>
                  </a:cubicBezTo>
                  <a:cubicBezTo>
                    <a:pt x="1076184" y="227289"/>
                    <a:pt x="1186759" y="301068"/>
                    <a:pt x="1286982" y="387616"/>
                  </a:cubicBezTo>
                  <a:cubicBezTo>
                    <a:pt x="1313547" y="410457"/>
                    <a:pt x="1316566" y="450510"/>
                    <a:pt x="1293725" y="477075"/>
                  </a:cubicBezTo>
                  <a:cubicBezTo>
                    <a:pt x="1281638" y="491137"/>
                    <a:pt x="1263998" y="499204"/>
                    <a:pt x="1245453" y="499154"/>
                  </a:cubicBezTo>
                  <a:lnTo>
                    <a:pt x="1245167" y="499154"/>
                  </a:lnTo>
                  <a:cubicBezTo>
                    <a:pt x="1229965" y="499301"/>
                    <a:pt x="1215220" y="493956"/>
                    <a:pt x="1203638" y="484104"/>
                  </a:cubicBezTo>
                  <a:cubicBezTo>
                    <a:pt x="1111407" y="404300"/>
                    <a:pt x="1009633" y="336248"/>
                    <a:pt x="900647" y="281508"/>
                  </a:cubicBezTo>
                  <a:cubicBezTo>
                    <a:pt x="869295" y="265726"/>
                    <a:pt x="856672" y="227516"/>
                    <a:pt x="872454" y="196164"/>
                  </a:cubicBezTo>
                  <a:cubicBezTo>
                    <a:pt x="884290" y="172650"/>
                    <a:pt x="908742" y="159670"/>
                    <a:pt x="933455" y="161309"/>
                  </a:cubicBezTo>
                  <a:close/>
                  <a:moveTo>
                    <a:pt x="256260" y="29"/>
                  </a:moveTo>
                  <a:cubicBezTo>
                    <a:pt x="322331" y="427"/>
                    <a:pt x="388378" y="4909"/>
                    <a:pt x="454020" y="13474"/>
                  </a:cubicBezTo>
                  <a:cubicBezTo>
                    <a:pt x="488793" y="17752"/>
                    <a:pt x="513514" y="49409"/>
                    <a:pt x="509236" y="84182"/>
                  </a:cubicBezTo>
                  <a:cubicBezTo>
                    <a:pt x="505303" y="116151"/>
                    <a:pt x="478038" y="140098"/>
                    <a:pt x="445829" y="139871"/>
                  </a:cubicBezTo>
                  <a:cubicBezTo>
                    <a:pt x="443027" y="139899"/>
                    <a:pt x="440227" y="139740"/>
                    <a:pt x="437447" y="139395"/>
                  </a:cubicBezTo>
                  <a:cubicBezTo>
                    <a:pt x="316592" y="123615"/>
                    <a:pt x="194247" y="122878"/>
                    <a:pt x="73211" y="137204"/>
                  </a:cubicBezTo>
                  <a:cubicBezTo>
                    <a:pt x="38532" y="142545"/>
                    <a:pt x="6090" y="118762"/>
                    <a:pt x="749" y="84082"/>
                  </a:cubicBezTo>
                  <a:cubicBezTo>
                    <a:pt x="-4591" y="49403"/>
                    <a:pt x="19192" y="16961"/>
                    <a:pt x="53871" y="11621"/>
                  </a:cubicBezTo>
                  <a:cubicBezTo>
                    <a:pt x="55358" y="11392"/>
                    <a:pt x="56852" y="11216"/>
                    <a:pt x="58352" y="11093"/>
                  </a:cubicBezTo>
                  <a:cubicBezTo>
                    <a:pt x="124093" y="3319"/>
                    <a:pt x="190189" y="-369"/>
                    <a:pt x="256260" y="29"/>
                  </a:cubicBezTo>
                  <a:close/>
                </a:path>
              </a:pathLst>
            </a:custGeom>
            <a:solidFill>
              <a:schemeClr val="accent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ja-JP"/>
              </a:def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lang="ja-JP"/>
              </a:pPr>
              <a:endParaRPr kumimoji="0" 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Meiryo UI "/>
              </a:endParaRPr>
            </a:p>
          </p:txBody>
        </p:sp>
        <p:sp>
          <p:nvSpPr>
            <p:cNvPr id="13" name="フリーフォーム:図形 1">
              <a:extLst>
                <a:ext uri="{FF2B5EF4-FFF2-40B4-BE49-F238E27FC236}">
                  <a16:creationId xmlns:a16="http://schemas.microsoft.com/office/drawing/2014/main" id="{898A3450-9C87-13ED-79CC-F4F65D14FF72}"/>
                </a:ext>
              </a:extLst>
            </p:cNvPr>
            <p:cNvSpPr/>
            <p:nvPr userDrawn="1"/>
          </p:nvSpPr>
          <p:spPr>
            <a:xfrm>
              <a:off x="10494433" y="2"/>
              <a:ext cx="849328" cy="357668"/>
            </a:xfrm>
            <a:custGeom>
              <a:avLst/>
              <a:gdLst>
                <a:gd name="connsiteX0" fmla="*/ 0 w 1135066"/>
                <a:gd name="connsiteY0" fmla="*/ 0 h 477997"/>
                <a:gd name="connsiteX1" fmla="*/ 1135066 w 1135066"/>
                <a:gd name="connsiteY1" fmla="*/ 0 h 477997"/>
                <a:gd name="connsiteX2" fmla="*/ 1133370 w 1135066"/>
                <a:gd name="connsiteY2" fmla="*/ 16827 h 477997"/>
                <a:gd name="connsiteX3" fmla="*/ 567533 w 1135066"/>
                <a:gd name="connsiteY3" fmla="*/ 477997 h 477997"/>
                <a:gd name="connsiteX4" fmla="*/ 1696 w 1135066"/>
                <a:gd name="connsiteY4" fmla="*/ 16827 h 477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5066" h="477997">
                  <a:moveTo>
                    <a:pt x="0" y="0"/>
                  </a:moveTo>
                  <a:lnTo>
                    <a:pt x="1135066" y="0"/>
                  </a:lnTo>
                  <a:lnTo>
                    <a:pt x="1133370" y="16827"/>
                  </a:lnTo>
                  <a:cubicBezTo>
                    <a:pt x="1079514" y="280016"/>
                    <a:pt x="846644" y="477997"/>
                    <a:pt x="567533" y="477997"/>
                  </a:cubicBezTo>
                  <a:cubicBezTo>
                    <a:pt x="288422" y="477997"/>
                    <a:pt x="55552" y="280016"/>
                    <a:pt x="1696" y="1682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ja-JP"/>
              </a:def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lang="ja-JP"/>
              </a:pPr>
              <a:endParaRPr kumimoji="0" 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Meiryo UI "/>
              </a:endParaRPr>
            </a:p>
          </p:txBody>
        </p:sp>
      </p:grpSp>
      <p:sp>
        <p:nvSpPr>
          <p:cNvPr id="2" name="タイトル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 anchor="ctr" anchorCtr="0">
            <a:noAutofit/>
          </a:bodyPr>
          <a:lstStyle>
            <a:lvl1pPr>
              <a:defRPr lang="ja-JP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/>
              <a:t>クリックしてタイトルを追加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2882462" cy="4297678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7429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ja-JP" sz="1600"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 marL="12001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ja-JP" sz="1400"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 marL="1543050" indent="-1714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ja-JP" sz="1200"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 marL="2000250" indent="-1714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ja-JP" sz="1200"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 rtl="0"/>
            <a:r>
              <a:rPr lang="ja-JP"/>
              <a:t>クリックしてコンテンツを追加</a:t>
            </a:r>
          </a:p>
          <a:p>
            <a:pPr lvl="1" rtl="0"/>
            <a:r>
              <a:rPr lang="ja-JP"/>
              <a:t>第 2 レベル</a:t>
            </a:r>
          </a:p>
          <a:p>
            <a:pPr lvl="2" rtl="0"/>
            <a:r>
              <a:rPr lang="ja-JP"/>
              <a:t>第 3 レベル</a:t>
            </a:r>
          </a:p>
          <a:p>
            <a:pPr lvl="3" rtl="0"/>
            <a:r>
              <a:rPr lang="ja-JP"/>
              <a:t>第 4 レベル</a:t>
            </a:r>
          </a:p>
          <a:p>
            <a:pPr lvl="4" rtl="0"/>
            <a:r>
              <a:rPr lang="ja-JP"/>
              <a:t>第 5 レベル</a:t>
            </a:r>
          </a:p>
        </p:txBody>
      </p:sp>
      <p:sp>
        <p:nvSpPr>
          <p:cNvPr id="8" name="表プレースホルダー 7">
            <a:extLst>
              <a:ext uri="{FF2B5EF4-FFF2-40B4-BE49-F238E27FC236}">
                <a16:creationId xmlns:a16="http://schemas.microsoft.com/office/drawing/2014/main" id="{423FEB60-8FB5-7F10-EDD7-8AB4B3139EF6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4038599" y="1825625"/>
            <a:ext cx="7315199" cy="4297680"/>
          </a:xfrm>
        </p:spPr>
        <p:txBody>
          <a:bodyPr rtlCol="0">
            <a:normAutofit/>
          </a:bodyPr>
          <a:lstStyle>
            <a:lvl1pPr marL="0" indent="0">
              <a:buNone/>
              <a:defRPr lang="ja-JP" sz="24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/>
              <a:t>アイコンをクリックして表を追加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ja-JP"/>
            </a:defPPr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A7AA7ED7-B292-4316-A44D-C8C06A9A2111}" type="datetime1">
              <a:rPr lang="ja-JP" altLang="en-US" smtClean="0"/>
              <a:t>2025/5/22</a:t>
            </a:fld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ja-JP"/>
            </a:defPPr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ja-JP"/>
            </a:defPPr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CBD12358-51D2-46B3-9BDE-DF29528B9454}" type="slidenum">
              <a:rPr lang="en-US" altLang="ja-JP" smtClean="0"/>
              <a:pPr/>
              <a:t>‹#›</a:t>
            </a:fld>
            <a:endParaRPr lang="en-US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0815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段組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長方形 10">
            <a:extLst>
              <a:ext uri="{FF2B5EF4-FFF2-40B4-BE49-F238E27FC236}">
                <a16:creationId xmlns:a16="http://schemas.microsoft.com/office/drawing/2014/main" id="{D9FE4C84-13A1-72EA-6541-7C8FDDEA71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61563" y="5800859"/>
            <a:ext cx="692016" cy="692016"/>
          </a:xfrm>
          <a:prstGeom prst="rect">
            <a:avLst/>
          </a:prstGeom>
          <a:noFill/>
          <a:ln w="127000">
            <a:solidFill>
              <a:schemeClr val="accent6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ja-JP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ja-JP"/>
            </a:pPr>
            <a:endParaRPr kumimoji="0" lang="ja-JP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Meiryo UI "/>
            </a:endParaRPr>
          </a:p>
        </p:txBody>
      </p:sp>
      <p:sp>
        <p:nvSpPr>
          <p:cNvPr id="12" name="円弧 11">
            <a:extLst>
              <a:ext uri="{FF2B5EF4-FFF2-40B4-BE49-F238E27FC236}">
                <a16:creationId xmlns:a16="http://schemas.microsoft.com/office/drawing/2014/main" id="{30468883-4E51-D3BD-E1C6-601ED9B6E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21438747" flipV="1">
            <a:off x="7967025" y="2530995"/>
            <a:ext cx="4021193" cy="4021193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ja-JP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ja-JP"/>
            </a:pPr>
            <a:endParaRPr kumimoji="0" lang="ja-JP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Meiryo UI "/>
            </a:endParaRPr>
          </a:p>
        </p:txBody>
      </p:sp>
      <p:sp>
        <p:nvSpPr>
          <p:cNvPr id="13" name="フリーフォーム(F) 9">
            <a:extLst>
              <a:ext uri="{FF2B5EF4-FFF2-40B4-BE49-F238E27FC236}">
                <a16:creationId xmlns:a16="http://schemas.microsoft.com/office/drawing/2014/main" id="{111AEF3F-9A86-45CE-4817-E3E6863DC0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1764789" y="390570"/>
            <a:ext cx="437721" cy="797078"/>
          </a:xfrm>
          <a:custGeom>
            <a:avLst/>
            <a:gdLst>
              <a:gd name="connsiteX0" fmla="*/ 28069 w 437721"/>
              <a:gd name="connsiteY0" fmla="*/ 0 h 797078"/>
              <a:gd name="connsiteX1" fmla="*/ 437721 w 437721"/>
              <a:gd name="connsiteY1" fmla="*/ 398539 h 797078"/>
              <a:gd name="connsiteX2" fmla="*/ 28069 w 437721"/>
              <a:gd name="connsiteY2" fmla="*/ 797078 h 797078"/>
              <a:gd name="connsiteX3" fmla="*/ 0 w 437721"/>
              <a:gd name="connsiteY3" fmla="*/ 794325 h 797078"/>
              <a:gd name="connsiteX4" fmla="*/ 0 w 437721"/>
              <a:gd name="connsiteY4" fmla="*/ 2753 h 797078"/>
              <a:gd name="connsiteX5" fmla="*/ 28069 w 437721"/>
              <a:gd name="connsiteY5" fmla="*/ 0 h 797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7721" h="797078">
                <a:moveTo>
                  <a:pt x="28069" y="0"/>
                </a:moveTo>
                <a:cubicBezTo>
                  <a:pt x="254314" y="0"/>
                  <a:pt x="437721" y="178432"/>
                  <a:pt x="437721" y="398539"/>
                </a:cubicBezTo>
                <a:cubicBezTo>
                  <a:pt x="437721" y="618646"/>
                  <a:pt x="254314" y="797078"/>
                  <a:pt x="28069" y="797078"/>
                </a:cubicBezTo>
                <a:lnTo>
                  <a:pt x="0" y="794325"/>
                </a:lnTo>
                <a:lnTo>
                  <a:pt x="0" y="2753"/>
                </a:lnTo>
                <a:lnTo>
                  <a:pt x="28069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ja-JP"/>
            </a:defPPr>
          </a:lstStyle>
          <a:p>
            <a:pPr algn="ctr" rtl="0"/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 anchor="ctr" anchorCtr="0">
            <a:noAutofit/>
          </a:bodyPr>
          <a:lstStyle>
            <a:lvl1pPr>
              <a:defRPr lang="ja-JP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/>
              <a:t>クリックしてタイトルを追加</a:t>
            </a:r>
          </a:p>
        </p:txBody>
      </p:sp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F5A792C8-BB21-CDAF-668C-C1EFF45540C6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38200" y="1825625"/>
            <a:ext cx="6934200" cy="4297680"/>
          </a:xfrm>
          <a:noFill/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>
              <a:spcBef>
                <a:spcPts val="500"/>
              </a:spcBef>
              <a:spcAft>
                <a:spcPts val="800"/>
              </a:spcAft>
              <a:buClr>
                <a:schemeClr val="accent2"/>
              </a:buClr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>
              <a:spcBef>
                <a:spcPts val="1000"/>
              </a:spcBef>
              <a:buClr>
                <a:schemeClr val="accent2"/>
              </a:buClr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>
              <a:spcBef>
                <a:spcPts val="1000"/>
              </a:spcBef>
              <a:buClr>
                <a:schemeClr val="accent2"/>
              </a:buClr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>
              <a:spcBef>
                <a:spcPts val="1000"/>
              </a:spcBef>
              <a:buClr>
                <a:schemeClr val="accent2"/>
              </a:buClr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 rtl="0"/>
            <a:r>
              <a:rPr lang="ja-JP" dirty="0"/>
              <a:t>クリックしてコンテンツを追加</a:t>
            </a:r>
          </a:p>
          <a:p>
            <a:pPr lvl="1" rtl="0"/>
            <a:r>
              <a:rPr lang="ja-JP" dirty="0"/>
              <a:t>第 2 レベル</a:t>
            </a:r>
          </a:p>
          <a:p>
            <a:pPr lvl="2" rtl="0"/>
            <a:r>
              <a:rPr lang="ja-JP" dirty="0"/>
              <a:t>第 3 レベル</a:t>
            </a:r>
          </a:p>
          <a:p>
            <a:pPr lvl="3" rtl="0"/>
            <a:r>
              <a:rPr lang="ja-JP" dirty="0"/>
              <a:t>第 4 レベル</a:t>
            </a:r>
          </a:p>
          <a:p>
            <a:pPr lvl="4" rtl="0"/>
            <a:r>
              <a:rPr lang="ja-JP" dirty="0"/>
              <a:t>第 5 レベル</a:t>
            </a:r>
            <a:endParaRPr lang="ja-JP" sz="1800" dirty="0">
              <a:latin typeface="Meiryo UI " panose="020B0504020202020204" pitchFamily="34" charset="77"/>
              <a:cs typeface="Meiryo UI "/>
            </a:endParaRP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7903029" y="1825625"/>
            <a:ext cx="3450771" cy="4297680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7429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ja-JP" sz="1600"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 marL="12001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ja-JP" sz="1400"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 marL="1543050" indent="-1714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ja-JP" sz="1200"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 marL="2000250" indent="-1714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ja-JP" sz="1200"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 rtl="0"/>
            <a:r>
              <a:rPr lang="ja-JP"/>
              <a:t>クリックしてコンテンツを追加</a:t>
            </a:r>
          </a:p>
          <a:p>
            <a:pPr lvl="1" rtl="0"/>
            <a:r>
              <a:rPr lang="ja-JP"/>
              <a:t>第 2 レベル</a:t>
            </a:r>
          </a:p>
          <a:p>
            <a:pPr lvl="2" rtl="0"/>
            <a:r>
              <a:rPr lang="ja-JP"/>
              <a:t>第 3 レベル</a:t>
            </a:r>
          </a:p>
          <a:p>
            <a:pPr lvl="3" rtl="0"/>
            <a:r>
              <a:rPr lang="ja-JP"/>
              <a:t>第 4 レベル</a:t>
            </a:r>
          </a:p>
          <a:p>
            <a:pPr lvl="4" rtl="0"/>
            <a:r>
              <a:rPr lang="ja-JP"/>
              <a:t>第 5 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ja-JP"/>
            </a:defPPr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F8DD30B0-DEB8-4DA1-A75F-37061397A79E}" type="datetime1">
              <a:rPr lang="ja-JP" altLang="en-US" smtClean="0"/>
              <a:t>2025/5/22</a:t>
            </a:fld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ja-JP"/>
            </a:defPPr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ja-JP"/>
            </a:defPPr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CBD12358-51D2-46B3-9BDE-DF29528B9454}" type="slidenum">
              <a:rPr lang="en-US" altLang="ja-JP" smtClean="0"/>
              <a:pPr/>
              <a:t>‹#›</a:t>
            </a:fld>
            <a:endParaRPr lang="en-US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77039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 anchor="ctr" anchorCtr="0">
            <a:noAutofit/>
          </a:bodyPr>
          <a:lstStyle>
            <a:defPPr>
              <a:defRPr lang="ja-JP"/>
            </a:defPPr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/>
              <a:t>クリックしてタイトルを追加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ja-JP"/>
            </a:defPPr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65BFA154-487F-4FB4-A2E6-4B2DB99D83BE}" type="datetime1">
              <a:rPr lang="ja-JP" altLang="en-US" smtClean="0"/>
              <a:t>2025/5/22</a:t>
            </a:fld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ja-JP"/>
            </a:defPPr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ja-JP"/>
            </a:defPPr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CBD12358-51D2-46B3-9BDE-DF29528B9454}" type="slidenum">
              <a:rPr lang="en-US" altLang="ja-JP" smtClean="0"/>
              <a:pPr/>
              <a:t>‹#›</a:t>
            </a:fld>
            <a:endParaRPr lang="en-US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" name="表プレースホルダー 7">
            <a:extLst>
              <a:ext uri="{FF2B5EF4-FFF2-40B4-BE49-F238E27FC236}">
                <a16:creationId xmlns:a16="http://schemas.microsoft.com/office/drawing/2014/main" id="{0CEAFE70-86D3-8690-31CA-F9A1FBA494D0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838199" y="1825625"/>
            <a:ext cx="10515600" cy="4297680"/>
          </a:xfrm>
        </p:spPr>
        <p:txBody>
          <a:bodyPr rtlCol="0">
            <a:normAutofit/>
          </a:bodyPr>
          <a:lstStyle>
            <a:lvl1pPr>
              <a:defRPr lang="ja-JP" sz="24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 dirty="0"/>
              <a:t>アイコンをクリックして表を追加</a:t>
            </a:r>
          </a:p>
        </p:txBody>
      </p:sp>
    </p:spTree>
    <p:extLst>
      <p:ext uri="{BB962C8B-B14F-4D97-AF65-F5344CB8AC3E}">
        <p14:creationId xmlns:p14="http://schemas.microsoft.com/office/powerpoint/2010/main" val="26260992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グループ 6">
            <a:extLst>
              <a:ext uri="{FF2B5EF4-FFF2-40B4-BE49-F238E27FC236}">
                <a16:creationId xmlns:a16="http://schemas.microsoft.com/office/drawing/2014/main" id="{D7B7232D-F1A6-B6C3-3BBF-E834CC7CDC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5930138" cy="6858001"/>
            <a:chOff x="0" y="-1"/>
            <a:chExt cx="5930138" cy="6858001"/>
          </a:xfrm>
        </p:grpSpPr>
        <p:sp>
          <p:nvSpPr>
            <p:cNvPr id="8" name="円/楕円 7">
              <a:extLst>
                <a:ext uri="{FF2B5EF4-FFF2-40B4-BE49-F238E27FC236}">
                  <a16:creationId xmlns:a16="http://schemas.microsoft.com/office/drawing/2014/main" id="{0D306340-6BFD-FE3D-535B-B59C1C44EDDA}"/>
                </a:ext>
              </a:extLst>
            </p:cNvPr>
            <p:cNvSpPr/>
            <p:nvPr userDrawn="1"/>
          </p:nvSpPr>
          <p:spPr>
            <a:xfrm>
              <a:off x="383877" y="778462"/>
              <a:ext cx="5315035" cy="531503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ja-JP"/>
              </a:def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lang="ja-JP"/>
              </a:pPr>
              <a:endParaRPr kumimoji="0" 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Meiryo UI "/>
              </a:endParaRPr>
            </a:p>
          </p:txBody>
        </p:sp>
        <p:sp>
          <p:nvSpPr>
            <p:cNvPr id="9" name="フリーフォーム:図形 11">
              <a:extLst>
                <a:ext uri="{FF2B5EF4-FFF2-40B4-BE49-F238E27FC236}">
                  <a16:creationId xmlns:a16="http://schemas.microsoft.com/office/drawing/2014/main" id="{338E6C4B-ABF3-8B7E-8DCF-A93F69C712B1}"/>
                </a:ext>
              </a:extLst>
            </p:cNvPr>
            <p:cNvSpPr/>
            <p:nvPr userDrawn="1"/>
          </p:nvSpPr>
          <p:spPr>
            <a:xfrm flipH="1">
              <a:off x="530529" y="0"/>
              <a:ext cx="1155142" cy="591009"/>
            </a:xfrm>
            <a:custGeom>
              <a:avLst/>
              <a:gdLst>
                <a:gd name="connsiteX0" fmla="*/ 1355 w 1155142"/>
                <a:gd name="connsiteY0" fmla="*/ 0 h 591009"/>
                <a:gd name="connsiteX1" fmla="*/ 1153787 w 1155142"/>
                <a:gd name="connsiteY1" fmla="*/ 0 h 591009"/>
                <a:gd name="connsiteX2" fmla="*/ 1155142 w 1155142"/>
                <a:gd name="connsiteY2" fmla="*/ 13438 h 591009"/>
                <a:gd name="connsiteX3" fmla="*/ 577571 w 1155142"/>
                <a:gd name="connsiteY3" fmla="*/ 591009 h 591009"/>
                <a:gd name="connsiteX4" fmla="*/ 0 w 1155142"/>
                <a:gd name="connsiteY4" fmla="*/ 13438 h 591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5142" h="591009">
                  <a:moveTo>
                    <a:pt x="1355" y="0"/>
                  </a:moveTo>
                  <a:lnTo>
                    <a:pt x="1153787" y="0"/>
                  </a:lnTo>
                  <a:lnTo>
                    <a:pt x="1155142" y="13438"/>
                  </a:lnTo>
                  <a:cubicBezTo>
                    <a:pt x="1155142" y="332422"/>
                    <a:pt x="896555" y="591009"/>
                    <a:pt x="577571" y="591009"/>
                  </a:cubicBezTo>
                  <a:cubicBezTo>
                    <a:pt x="258587" y="591009"/>
                    <a:pt x="0" y="332422"/>
                    <a:pt x="0" y="1343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ja-JP"/>
              </a:def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lang="ja-JP"/>
              </a:pPr>
              <a:endParaRPr kumimoji="0" 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Meiryo UI "/>
              </a:endParaRPr>
            </a:p>
          </p:txBody>
        </p:sp>
        <p:sp>
          <p:nvSpPr>
            <p:cNvPr id="10" name="フリーフォーム:図形 13​​">
              <a:extLst>
                <a:ext uri="{FF2B5EF4-FFF2-40B4-BE49-F238E27FC236}">
                  <a16:creationId xmlns:a16="http://schemas.microsoft.com/office/drawing/2014/main" id="{6F90F99F-B12A-E8F9-5A86-D76B201D6308}"/>
                </a:ext>
              </a:extLst>
            </p:cNvPr>
            <p:cNvSpPr/>
            <p:nvPr userDrawn="1"/>
          </p:nvSpPr>
          <p:spPr>
            <a:xfrm flipH="1">
              <a:off x="3961511" y="-1"/>
              <a:ext cx="1737401" cy="959536"/>
            </a:xfrm>
            <a:custGeom>
              <a:avLst/>
              <a:gdLst>
                <a:gd name="connsiteX0" fmla="*/ 0 w 1737401"/>
                <a:gd name="connsiteY0" fmla="*/ 0 h 959536"/>
                <a:gd name="connsiteX1" fmla="*/ 123825 w 1737401"/>
                <a:gd name="connsiteY1" fmla="*/ 0 h 959536"/>
                <a:gd name="connsiteX2" fmla="*/ 123825 w 1737401"/>
                <a:gd name="connsiteY2" fmla="*/ 790277 h 959536"/>
                <a:gd name="connsiteX3" fmla="*/ 1490095 w 1737401"/>
                <a:gd name="connsiteY3" fmla="*/ 0 h 959536"/>
                <a:gd name="connsiteX4" fmla="*/ 1737401 w 1737401"/>
                <a:gd name="connsiteY4" fmla="*/ 0 h 959536"/>
                <a:gd name="connsiteX5" fmla="*/ 92869 w 1737401"/>
                <a:gd name="connsiteY5" fmla="*/ 951249 h 959536"/>
                <a:gd name="connsiteX6" fmla="*/ 61913 w 1737401"/>
                <a:gd name="connsiteY6" fmla="*/ 959536 h 959536"/>
                <a:gd name="connsiteX7" fmla="*/ 0 w 1737401"/>
                <a:gd name="connsiteY7" fmla="*/ 897624 h 959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37401" h="959536">
                  <a:moveTo>
                    <a:pt x="0" y="0"/>
                  </a:moveTo>
                  <a:lnTo>
                    <a:pt x="123825" y="0"/>
                  </a:lnTo>
                  <a:lnTo>
                    <a:pt x="123825" y="790277"/>
                  </a:lnTo>
                  <a:lnTo>
                    <a:pt x="1490095" y="0"/>
                  </a:lnTo>
                  <a:lnTo>
                    <a:pt x="1737401" y="0"/>
                  </a:lnTo>
                  <a:lnTo>
                    <a:pt x="92869" y="951249"/>
                  </a:lnTo>
                  <a:cubicBezTo>
                    <a:pt x="83458" y="956688"/>
                    <a:pt x="72780" y="959546"/>
                    <a:pt x="61913" y="959536"/>
                  </a:cubicBezTo>
                  <a:cubicBezTo>
                    <a:pt x="27719" y="959536"/>
                    <a:pt x="0" y="931818"/>
                    <a:pt x="0" y="897624"/>
                  </a:cubicBezTo>
                  <a:close/>
                </a:path>
              </a:pathLst>
            </a:custGeom>
            <a:solidFill>
              <a:schemeClr val="accent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ja-JP"/>
              </a:def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lang="ja-JP"/>
              </a:pPr>
              <a:endParaRPr kumimoji="0" 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Meiryo UI "/>
              </a:endParaRPr>
            </a:p>
          </p:txBody>
        </p:sp>
        <p:sp>
          <p:nvSpPr>
            <p:cNvPr id="11" name="フリーフォーム:図形 15">
              <a:extLst>
                <a:ext uri="{FF2B5EF4-FFF2-40B4-BE49-F238E27FC236}">
                  <a16:creationId xmlns:a16="http://schemas.microsoft.com/office/drawing/2014/main" id="{BFA99EFE-81BC-95EA-FA61-B7199AD98A74}"/>
                </a:ext>
              </a:extLst>
            </p:cNvPr>
            <p:cNvSpPr/>
            <p:nvPr userDrawn="1"/>
          </p:nvSpPr>
          <p:spPr>
            <a:xfrm flipH="1">
              <a:off x="0" y="2936831"/>
              <a:ext cx="159741" cy="552996"/>
            </a:xfrm>
            <a:custGeom>
              <a:avLst/>
              <a:gdLst>
                <a:gd name="connsiteX0" fmla="*/ 159741 w 159741"/>
                <a:gd name="connsiteY0" fmla="*/ 0 h 552996"/>
                <a:gd name="connsiteX1" fmla="*/ 159741 w 159741"/>
                <a:gd name="connsiteY1" fmla="*/ 552996 h 552996"/>
                <a:gd name="connsiteX2" fmla="*/ 141849 w 159741"/>
                <a:gd name="connsiteY2" fmla="*/ 543285 h 552996"/>
                <a:gd name="connsiteX3" fmla="*/ 0 w 159741"/>
                <a:gd name="connsiteY3" fmla="*/ 276498 h 552996"/>
                <a:gd name="connsiteX4" fmla="*/ 141849 w 159741"/>
                <a:gd name="connsiteY4" fmla="*/ 9711 h 552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741" h="552996">
                  <a:moveTo>
                    <a:pt x="159741" y="0"/>
                  </a:moveTo>
                  <a:lnTo>
                    <a:pt x="159741" y="552996"/>
                  </a:lnTo>
                  <a:lnTo>
                    <a:pt x="141849" y="543285"/>
                  </a:lnTo>
                  <a:cubicBezTo>
                    <a:pt x="56268" y="485467"/>
                    <a:pt x="0" y="387554"/>
                    <a:pt x="0" y="276498"/>
                  </a:cubicBezTo>
                  <a:cubicBezTo>
                    <a:pt x="0" y="165443"/>
                    <a:pt x="56268" y="67529"/>
                    <a:pt x="141849" y="9711"/>
                  </a:cubicBezTo>
                  <a:close/>
                </a:path>
              </a:pathLst>
            </a:custGeom>
            <a:solidFill>
              <a:schemeClr val="accent4"/>
            </a:solidFill>
            <a:ln w="1270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ja-JP"/>
              </a:def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lang="ja-JP"/>
              </a:pPr>
              <a:endParaRPr kumimoji="0" 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Meiryo UI "/>
              </a:endParaRPr>
            </a:p>
          </p:txBody>
        </p:sp>
        <p:sp>
          <p:nvSpPr>
            <p:cNvPr id="12" name="フリーフォーム:図形 17">
              <a:extLst>
                <a:ext uri="{FF2B5EF4-FFF2-40B4-BE49-F238E27FC236}">
                  <a16:creationId xmlns:a16="http://schemas.microsoft.com/office/drawing/2014/main" id="{DD9FC028-D877-28FE-C646-DBD85D932641}"/>
                </a:ext>
              </a:extLst>
            </p:cNvPr>
            <p:cNvSpPr/>
            <p:nvPr userDrawn="1"/>
          </p:nvSpPr>
          <p:spPr>
            <a:xfrm flipH="1">
              <a:off x="0" y="5835649"/>
              <a:ext cx="1548180" cy="1022351"/>
            </a:xfrm>
            <a:custGeom>
              <a:avLst/>
              <a:gdLst>
                <a:gd name="connsiteX0" fmla="*/ 61913 w 1548180"/>
                <a:gd name="connsiteY0" fmla="*/ 0 h 1022351"/>
                <a:gd name="connsiteX1" fmla="*/ 1548180 w 1548180"/>
                <a:gd name="connsiteY1" fmla="*/ 0 h 1022351"/>
                <a:gd name="connsiteX2" fmla="*/ 1548180 w 1548180"/>
                <a:gd name="connsiteY2" fmla="*/ 123825 h 1022351"/>
                <a:gd name="connsiteX3" fmla="*/ 123825 w 1548180"/>
                <a:gd name="connsiteY3" fmla="*/ 123825 h 1022351"/>
                <a:gd name="connsiteX4" fmla="*/ 123825 w 1548180"/>
                <a:gd name="connsiteY4" fmla="*/ 1022351 h 1022351"/>
                <a:gd name="connsiteX5" fmla="*/ 0 w 1548180"/>
                <a:gd name="connsiteY5" fmla="*/ 1022351 h 1022351"/>
                <a:gd name="connsiteX6" fmla="*/ 0 w 1548180"/>
                <a:gd name="connsiteY6" fmla="*/ 61913 h 1022351"/>
                <a:gd name="connsiteX7" fmla="*/ 61913 w 1548180"/>
                <a:gd name="connsiteY7" fmla="*/ 0 h 102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48180" h="1022351">
                  <a:moveTo>
                    <a:pt x="61913" y="0"/>
                  </a:moveTo>
                  <a:lnTo>
                    <a:pt x="1548180" y="0"/>
                  </a:lnTo>
                  <a:lnTo>
                    <a:pt x="1548180" y="123825"/>
                  </a:lnTo>
                  <a:lnTo>
                    <a:pt x="123825" y="123825"/>
                  </a:lnTo>
                  <a:lnTo>
                    <a:pt x="123825" y="1022351"/>
                  </a:lnTo>
                  <a:lnTo>
                    <a:pt x="0" y="1022351"/>
                  </a:lnTo>
                  <a:lnTo>
                    <a:pt x="0" y="61913"/>
                  </a:lnTo>
                  <a:cubicBezTo>
                    <a:pt x="0" y="27719"/>
                    <a:pt x="27719" y="0"/>
                    <a:pt x="61913" y="0"/>
                  </a:cubicBezTo>
                  <a:close/>
                </a:path>
              </a:pathLst>
            </a:custGeom>
            <a:solidFill>
              <a:schemeClr val="accent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ja-JP"/>
              </a:def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lang="ja-JP"/>
              </a:pPr>
              <a:endParaRPr kumimoji="0" 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Meiryo UI "/>
              </a:endParaRPr>
            </a:p>
          </p:txBody>
        </p:sp>
        <p:sp>
          <p:nvSpPr>
            <p:cNvPr id="13" name="フリーフォーム:図形 21">
              <a:extLst>
                <a:ext uri="{FF2B5EF4-FFF2-40B4-BE49-F238E27FC236}">
                  <a16:creationId xmlns:a16="http://schemas.microsoft.com/office/drawing/2014/main" id="{AA0AFFE9-F0C2-BDA0-BF87-9977706AB6A8}"/>
                </a:ext>
              </a:extLst>
            </p:cNvPr>
            <p:cNvSpPr/>
            <p:nvPr userDrawn="1"/>
          </p:nvSpPr>
          <p:spPr>
            <a:xfrm flipH="1">
              <a:off x="4364198" y="6258755"/>
              <a:ext cx="1565940" cy="599245"/>
            </a:xfrm>
            <a:custGeom>
              <a:avLst/>
              <a:gdLst>
                <a:gd name="connsiteX0" fmla="*/ 782970 w 1565940"/>
                <a:gd name="connsiteY0" fmla="*/ 0 h 599245"/>
                <a:gd name="connsiteX1" fmla="*/ 1528042 w 1565940"/>
                <a:gd name="connsiteY1" fmla="*/ 480469 h 599245"/>
                <a:gd name="connsiteX2" fmla="*/ 1565940 w 1565940"/>
                <a:gd name="connsiteY2" fmla="*/ 599245 h 599245"/>
                <a:gd name="connsiteX3" fmla="*/ 0 w 1565940"/>
                <a:gd name="connsiteY3" fmla="*/ 599245 h 599245"/>
                <a:gd name="connsiteX4" fmla="*/ 37898 w 1565940"/>
                <a:gd name="connsiteY4" fmla="*/ 480469 h 599245"/>
                <a:gd name="connsiteX5" fmla="*/ 782970 w 1565940"/>
                <a:gd name="connsiteY5" fmla="*/ 0 h 599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65940" h="599245">
                  <a:moveTo>
                    <a:pt x="782970" y="0"/>
                  </a:moveTo>
                  <a:cubicBezTo>
                    <a:pt x="1117910" y="0"/>
                    <a:pt x="1405287" y="198118"/>
                    <a:pt x="1528042" y="480469"/>
                  </a:cubicBezTo>
                  <a:lnTo>
                    <a:pt x="1565940" y="599245"/>
                  </a:lnTo>
                  <a:lnTo>
                    <a:pt x="0" y="599245"/>
                  </a:lnTo>
                  <a:lnTo>
                    <a:pt x="37898" y="480469"/>
                  </a:lnTo>
                  <a:cubicBezTo>
                    <a:pt x="160653" y="198118"/>
                    <a:pt x="448030" y="0"/>
                    <a:pt x="78297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ja-JP"/>
              </a:def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lang="ja-JP"/>
              </a:pPr>
              <a:endParaRPr kumimoji="0" 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Meiryo UI "/>
              </a:endParaRPr>
            </a:p>
          </p:txBody>
        </p:sp>
      </p:grpSp>
      <p:sp>
        <p:nvSpPr>
          <p:cNvPr id="2" name="タイトル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876" y="764502"/>
            <a:ext cx="5315035" cy="5328996"/>
          </a:xfrm>
        </p:spPr>
        <p:txBody>
          <a:bodyPr rtlCol="0">
            <a:noAutofit/>
          </a:bodyPr>
          <a:lstStyle>
            <a:lvl1pPr algn="ctr">
              <a:defRPr lang="ja-JP" sz="44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endParaRPr lang="ja-JP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605455" y="755171"/>
            <a:ext cx="4619937" cy="5315035"/>
          </a:xfrm>
        </p:spPr>
        <p:txBody>
          <a:bodyPr rtlCol="0" anchor="ctr" anchorCtr="0"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lang="ja-JP" sz="24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800100" indent="-3429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 marL="12001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 marL="16573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ja-JP" sz="1600"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 marL="21145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ja-JP" sz="1600"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 rtl="0"/>
            <a:r>
              <a:rPr lang="ja-JP"/>
              <a:t>クリックしてコンテンツを追加</a:t>
            </a:r>
          </a:p>
          <a:p>
            <a:pPr lvl="1" rtl="0"/>
            <a:r>
              <a:rPr lang="ja-JP"/>
              <a:t>第 2 レベル</a:t>
            </a:r>
          </a:p>
          <a:p>
            <a:pPr lvl="2" rtl="0"/>
            <a:r>
              <a:rPr lang="ja-JP"/>
              <a:t>第 3 レベル</a:t>
            </a:r>
          </a:p>
          <a:p>
            <a:pPr lvl="3" rtl="0"/>
            <a:r>
              <a:rPr lang="ja-JP"/>
              <a:t>第 4 レベル</a:t>
            </a:r>
          </a:p>
          <a:p>
            <a:pPr lvl="4" rtl="0"/>
            <a:r>
              <a:rPr lang="ja-JP"/>
              <a:t>第 5 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ja-JP"/>
            </a:defPPr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C1BF96CA-2C05-4A32-B993-C9FD88619A10}" type="datetime1">
              <a:rPr lang="ja-JP" altLang="en-US" smtClean="0"/>
              <a:t>2025/5/22</a:t>
            </a:fld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ja-JP"/>
            </a:defPPr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ja-JP"/>
            </a:defPPr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CBD12358-51D2-46B3-9BDE-DF29528B9454}" type="slidenum">
              <a:rPr lang="en-US" altLang="ja-JP" smtClean="0"/>
              <a:pPr/>
              <a:t>‹#›</a:t>
            </a:fld>
            <a:endParaRPr lang="en-US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629670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77378FC-B17E-D483-936F-528BA3297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742FD59-F039-8839-FDFD-5CFCCDC2E3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E9F625E-789F-82A9-136B-21D640253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66517-FE14-4795-80C8-EC1D3593FFF6}" type="datetimeFigureOut">
              <a:rPr kumimoji="1" lang="ja-JP" altLang="en-US" smtClean="0"/>
              <a:t>2025/5/22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B3429ED-F114-E177-BD46-FC56C1C6F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1659C17-3F83-0F2C-F1E9-AC0623716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C7B3D-1A8A-4D16-A630-4963705034E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59058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4FD97564-C310-6E8C-8689-CE18881B4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ja-JP"/>
            </a:defPPr>
          </a:lstStyle>
          <a:p>
            <a:pPr rtl="0"/>
            <a:r>
              <a:rPr lang="ja-JP" dirty="0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FAD99FA-26D9-873B-BE7F-26FEC5C233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ja-JP"/>
            </a:defPPr>
          </a:lstStyle>
          <a:p>
            <a:pPr lvl="0" rtl="0"/>
            <a:r>
              <a:rPr lang="ja-JP" dirty="0"/>
              <a:t>クリックしてマスター テキストのスタイルを編集</a:t>
            </a:r>
          </a:p>
          <a:p>
            <a:pPr lvl="1" rtl="0"/>
            <a:r>
              <a:rPr lang="ja-JP" dirty="0"/>
              <a:t>第 2 レベル</a:t>
            </a:r>
          </a:p>
          <a:p>
            <a:pPr lvl="2" rtl="0"/>
            <a:r>
              <a:rPr lang="ja-JP" dirty="0"/>
              <a:t>第 3 レベル</a:t>
            </a:r>
          </a:p>
          <a:p>
            <a:pPr lvl="3" rtl="0"/>
            <a:r>
              <a:rPr lang="ja-JP" dirty="0"/>
              <a:t>第 4 レベル</a:t>
            </a:r>
          </a:p>
          <a:p>
            <a:pPr lvl="4" rtl="0"/>
            <a:r>
              <a:rPr lang="ja-JP" dirty="0"/>
              <a:t>第 5 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319819E-0266-97DD-DFD1-BAAA06AE32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ja-JP" sz="1200">
                <a:solidFill>
                  <a:schemeClr val="tx1">
                    <a:tint val="82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6D65ABCF-A1F6-4154-B600-81FEEADADFAC}" type="datetime1">
              <a:rPr lang="ja-JP" altLang="en-US" smtClean="0"/>
              <a:t>2025/5/22</a:t>
            </a:fld>
            <a:endParaRPr 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BFD19C9-01CE-9E2A-CDA5-C15940F055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ja-JP" sz="1200">
                <a:solidFill>
                  <a:schemeClr val="tx1">
                    <a:tint val="82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1801085-7B28-048D-E3D3-9C3614268D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ja-JP" sz="1200">
                <a:solidFill>
                  <a:schemeClr val="tx1">
                    <a:tint val="82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CBD12358-51D2-46B3-9BDE-DF29528B9454}" type="slidenum">
              <a:rPr lang="en-US" altLang="ja-JP" smtClean="0"/>
              <a:pPr/>
              <a:t>‹#›</a:t>
            </a:fld>
            <a:endParaRPr lang="en-US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65934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60" r:id="rId2"/>
    <p:sldLayoutId id="2147483658" r:id="rId3"/>
    <p:sldLayoutId id="2147483667" r:id="rId4"/>
    <p:sldLayoutId id="2147483650" r:id="rId5"/>
    <p:sldLayoutId id="2147483649" r:id="rId6"/>
    <p:sldLayoutId id="2147483662" r:id="rId7"/>
    <p:sldLayoutId id="2147483663" r:id="rId8"/>
    <p:sldLayoutId id="2147483652" r:id="rId9"/>
    <p:sldLayoutId id="2147483666" r:id="rId10"/>
    <p:sldLayoutId id="2147483664" r:id="rId11"/>
    <p:sldLayoutId id="2147483665" r:id="rId12"/>
    <p:sldLayoutId id="2147483661" r:id="rId13"/>
    <p:sldLayoutId id="2147483668" r:id="rId14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ja-JP" sz="44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ja-JP" sz="28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ja-JP" sz="24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ja-JP" sz="20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ja-JP" sz="18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ja-JP" sz="18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ja-JP" sz="1800" kern="1200">
          <a:solidFill>
            <a:schemeClr val="tx1"/>
          </a:solidFill>
          <a:latin typeface="+mn-cs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ja-JP" sz="1800" kern="1200">
          <a:solidFill>
            <a:schemeClr val="tx1"/>
          </a:solidFill>
          <a:latin typeface="+mn-cs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ja-JP" sz="1800" kern="1200">
          <a:solidFill>
            <a:schemeClr val="tx1"/>
          </a:solidFill>
          <a:latin typeface="+mn-cs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ja-JP" sz="1800" kern="1200">
          <a:solidFill>
            <a:schemeClr val="tx1"/>
          </a:solidFill>
          <a:latin typeface="+mn-cs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lang="ja-JP" sz="1800" kern="1200">
          <a:solidFill>
            <a:schemeClr val="tx1"/>
          </a:solidFill>
          <a:latin typeface="+mn-cs"/>
          <a:ea typeface="+mn-ea"/>
          <a:cs typeface="+mn-cs"/>
        </a:defRPr>
      </a:lvl1pPr>
      <a:lvl2pPr marL="457200" algn="l" defTabSz="914400" rtl="0" eaLnBrk="1" latinLnBrk="0" hangingPunct="1">
        <a:defRPr lang="ja-JP" sz="1800" kern="1200">
          <a:solidFill>
            <a:schemeClr val="tx1"/>
          </a:solidFill>
          <a:latin typeface="+mn-cs"/>
          <a:ea typeface="+mn-ea"/>
          <a:cs typeface="+mn-cs"/>
        </a:defRPr>
      </a:lvl2pPr>
      <a:lvl3pPr marL="914400" algn="l" defTabSz="914400" rtl="0" eaLnBrk="1" latinLnBrk="0" hangingPunct="1">
        <a:defRPr lang="ja-JP" sz="1800" kern="1200">
          <a:solidFill>
            <a:schemeClr val="tx1"/>
          </a:solidFill>
          <a:latin typeface="+mn-cs"/>
          <a:ea typeface="+mn-ea"/>
          <a:cs typeface="+mn-cs"/>
        </a:defRPr>
      </a:lvl3pPr>
      <a:lvl4pPr marL="1371600" algn="l" defTabSz="914400" rtl="0" eaLnBrk="1" latinLnBrk="0" hangingPunct="1">
        <a:defRPr lang="ja-JP" sz="1800" kern="1200">
          <a:solidFill>
            <a:schemeClr val="tx1"/>
          </a:solidFill>
          <a:latin typeface="+mn-cs"/>
          <a:ea typeface="+mn-ea"/>
          <a:cs typeface="+mn-cs"/>
        </a:defRPr>
      </a:lvl4pPr>
      <a:lvl5pPr marL="1828800" algn="l" defTabSz="914400" rtl="0" eaLnBrk="1" latinLnBrk="0" hangingPunct="1">
        <a:defRPr lang="ja-JP" sz="1800" kern="1200">
          <a:solidFill>
            <a:schemeClr val="tx1"/>
          </a:solidFill>
          <a:latin typeface="+mn-cs"/>
          <a:ea typeface="+mn-ea"/>
          <a:cs typeface="+mn-cs"/>
        </a:defRPr>
      </a:lvl5pPr>
      <a:lvl6pPr marL="2286000" algn="l" defTabSz="914400" rtl="0" eaLnBrk="1" latinLnBrk="0" hangingPunct="1">
        <a:defRPr lang="ja-JP" sz="1800" kern="1200">
          <a:solidFill>
            <a:schemeClr val="tx1"/>
          </a:solidFill>
          <a:latin typeface="+mn-cs"/>
          <a:ea typeface="+mn-ea"/>
          <a:cs typeface="+mn-cs"/>
        </a:defRPr>
      </a:lvl6pPr>
      <a:lvl7pPr marL="2743200" algn="l" defTabSz="914400" rtl="0" eaLnBrk="1" latinLnBrk="0" hangingPunct="1">
        <a:defRPr lang="ja-JP" sz="1800" kern="1200">
          <a:solidFill>
            <a:schemeClr val="tx1"/>
          </a:solidFill>
          <a:latin typeface="+mn-cs"/>
          <a:ea typeface="+mn-ea"/>
          <a:cs typeface="+mn-cs"/>
        </a:defRPr>
      </a:lvl7pPr>
      <a:lvl8pPr marL="3200400" algn="l" defTabSz="914400" rtl="0" eaLnBrk="1" latinLnBrk="0" hangingPunct="1">
        <a:defRPr lang="ja-JP" sz="1800" kern="1200">
          <a:solidFill>
            <a:schemeClr val="tx1"/>
          </a:solidFill>
          <a:latin typeface="+mn-cs"/>
          <a:ea typeface="+mn-ea"/>
          <a:cs typeface="+mn-cs"/>
        </a:defRPr>
      </a:lvl8pPr>
      <a:lvl9pPr marL="3657600" algn="l" defTabSz="914400" rtl="0" eaLnBrk="1" latinLnBrk="0" hangingPunct="1">
        <a:defRPr lang="ja-JP" sz="1800" kern="1200">
          <a:solidFill>
            <a:schemeClr val="tx1"/>
          </a:solidFill>
          <a:latin typeface="+mn-cs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0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>
            <a:extLst>
              <a:ext uri="{FF2B5EF4-FFF2-40B4-BE49-F238E27FC236}">
                <a16:creationId xmlns:a16="http://schemas.microsoft.com/office/drawing/2014/main" id="{10047101-8D42-6100-9CEA-AEC0FAEAB6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84474" y="2949739"/>
            <a:ext cx="6261291" cy="2396686"/>
          </a:xfrm>
          <a:noFill/>
        </p:spPr>
        <p:txBody>
          <a:bodyPr rtlCol="0" anchor="b">
            <a:noAutofit/>
          </a:bodyPr>
          <a:lstStyle>
            <a:defPPr>
              <a:defRPr lang="ja-JP"/>
            </a:defPPr>
          </a:lstStyle>
          <a:p>
            <a:pPr rtl="0"/>
            <a:r>
              <a:rPr kumimoji="1" lang="ja-JP" altLang="en-US" dirty="0"/>
              <a:t>情報エレクトロニクス実験</a:t>
            </a:r>
            <a:r>
              <a:rPr kumimoji="1" lang="en-US" altLang="ja-JP" dirty="0"/>
              <a:t>Ⅲ</a:t>
            </a:r>
            <a:r>
              <a:rPr kumimoji="1" lang="ja-JP" altLang="en-US" dirty="0"/>
              <a:t> 情報コース</a:t>
            </a:r>
            <a:endParaRPr lang="ja-JP" dirty="0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0E5DF23-4EB5-2C47-EC26-7904F7BBF570}"/>
              </a:ext>
            </a:extLst>
          </p:cNvPr>
          <p:cNvSpPr txBox="1"/>
          <p:nvPr/>
        </p:nvSpPr>
        <p:spPr>
          <a:xfrm>
            <a:off x="5200073" y="5504873"/>
            <a:ext cx="619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dirty="0">
                <a:solidFill>
                  <a:schemeClr val="bg1"/>
                </a:solidFill>
              </a:rPr>
              <a:t>2025/05/23</a:t>
            </a:r>
            <a:endParaRPr kumimoji="1" lang="ja-JP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74260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3C2181D-911C-1343-7267-E35AC86CC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957" y="1119031"/>
            <a:ext cx="4384736" cy="4619938"/>
          </a:xfrm>
          <a:noFill/>
        </p:spPr>
        <p:txBody>
          <a:bodyPr rtlCol="0">
            <a:noAutofit/>
          </a:bodyPr>
          <a:lstStyle>
            <a:defPPr>
              <a:defRPr lang="ja-JP"/>
            </a:defPPr>
          </a:lstStyle>
          <a:p>
            <a:pPr rtl="0"/>
            <a:r>
              <a:rPr lang="ja-JP" altLang="en-US" dirty="0"/>
              <a:t>本日の予定</a:t>
            </a:r>
            <a:endParaRPr lang="ja-JP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BEA8735-F1DC-1DE6-0A38-429B2F660F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01708" y="554942"/>
            <a:ext cx="5552091" cy="5768220"/>
          </a:xfrm>
          <a:noFill/>
        </p:spPr>
        <p:txBody>
          <a:bodyPr rtlCol="0">
            <a:normAutofit/>
          </a:bodyPr>
          <a:lstStyle>
            <a:defPPr>
              <a:defRPr lang="ja-JP"/>
            </a:def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ja-JP" altLang="en-US" dirty="0"/>
              <a:t>自己紹介</a:t>
            </a:r>
            <a:endParaRPr lang="ja-JP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ja-JP" altLang="en-US" dirty="0"/>
              <a:t>情報エレクトロニクス実験</a:t>
            </a:r>
            <a:r>
              <a:rPr lang="en-US" altLang="ja-JP" dirty="0"/>
              <a:t>Ⅲ</a:t>
            </a:r>
            <a:r>
              <a:rPr lang="ja-JP" altLang="en-US" dirty="0"/>
              <a:t>の計画</a:t>
            </a:r>
            <a:endParaRPr lang="ja-JP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ja-JP" altLang="en-US" dirty="0"/>
              <a:t>担当部分（自然言語処理）の説明</a:t>
            </a:r>
            <a:endParaRPr lang="ja-JP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ja-JP" altLang="en-US" dirty="0"/>
              <a:t>自然言語処理について</a:t>
            </a:r>
            <a:endParaRPr lang="ja-JP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ja-JP" altLang="en-US" dirty="0"/>
              <a:t>本日の実験の説明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9207244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>
            <a:extLst>
              <a:ext uri="{FF2B5EF4-FFF2-40B4-BE49-F238E27FC236}">
                <a16:creationId xmlns:a16="http://schemas.microsoft.com/office/drawing/2014/main" id="{ADB9A56B-5D9D-6DA3-4D65-59A36C1802F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ja-JP" altLang="en-US" dirty="0"/>
              <a:t>自己紹介</a:t>
            </a:r>
          </a:p>
        </p:txBody>
      </p:sp>
      <p:sp>
        <p:nvSpPr>
          <p:cNvPr id="5" name="字幕 4">
            <a:extLst>
              <a:ext uri="{FF2B5EF4-FFF2-40B4-BE49-F238E27FC236}">
                <a16:creationId xmlns:a16="http://schemas.microsoft.com/office/drawing/2014/main" id="{5CCB51BA-3E29-8AED-C3C0-04D397427D0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014869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>
            <a:extLst>
              <a:ext uri="{FF2B5EF4-FFF2-40B4-BE49-F238E27FC236}">
                <a16:creationId xmlns:a16="http://schemas.microsoft.com/office/drawing/2014/main" id="{35CDD03D-7409-66B7-F1E2-90DBE8D67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自己紹介</a:t>
            </a:r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331A4D51-D6F0-9ADC-1C27-BF4AE7D337D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ja-JP" altLang="en-US" dirty="0"/>
              <a:t>ふじさわ　たかとし</a:t>
            </a:r>
          </a:p>
          <a:p>
            <a:r>
              <a:rPr lang="ja-JP" altLang="en-US" dirty="0"/>
              <a:t>長野県内の企業に</a:t>
            </a:r>
            <a:r>
              <a:rPr lang="en-US" altLang="ja-JP" dirty="0"/>
              <a:t>20</a:t>
            </a:r>
            <a:r>
              <a:rPr lang="ja-JP" altLang="en-US" dirty="0"/>
              <a:t>年以上所属して，主にソフトウェア開発に従事</a:t>
            </a:r>
          </a:p>
          <a:p>
            <a:r>
              <a:rPr lang="ja-JP" altLang="en-US" dirty="0"/>
              <a:t>開発していたのは， </a:t>
            </a:r>
            <a:r>
              <a:rPr lang="en-US" altLang="ja-JP" dirty="0"/>
              <a:t>Web</a:t>
            </a:r>
            <a:r>
              <a:rPr lang="ja-JP" altLang="en-US" dirty="0"/>
              <a:t>系システム， </a:t>
            </a:r>
            <a:r>
              <a:rPr lang="en-US" altLang="ja-JP" dirty="0"/>
              <a:t>Windows</a:t>
            </a:r>
            <a:r>
              <a:rPr lang="ja-JP" altLang="en-US" dirty="0"/>
              <a:t>アプリケーション</a:t>
            </a:r>
          </a:p>
          <a:p>
            <a:r>
              <a:rPr lang="ja-JP" altLang="en-US" dirty="0"/>
              <a:t>一般のお客様向けのサービス，社内向けのサービス両方を担当</a:t>
            </a:r>
          </a:p>
          <a:p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808032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>
            <a:extLst>
              <a:ext uri="{FF2B5EF4-FFF2-40B4-BE49-F238E27FC236}">
                <a16:creationId xmlns:a16="http://schemas.microsoft.com/office/drawing/2014/main" id="{52BB15BC-1612-AB91-3B6A-A33D587087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ja-JP" altLang="en-US" dirty="0"/>
              <a:t>情報エレクトロニクス実験</a:t>
            </a:r>
            <a:r>
              <a:rPr lang="en-US" altLang="ja-JP" dirty="0"/>
              <a:t>Ⅲ</a:t>
            </a:r>
            <a:r>
              <a:rPr lang="ja-JP" altLang="en-US" dirty="0"/>
              <a:t>の計画</a:t>
            </a:r>
          </a:p>
        </p:txBody>
      </p:sp>
      <p:sp>
        <p:nvSpPr>
          <p:cNvPr id="5" name="字幕 4">
            <a:extLst>
              <a:ext uri="{FF2B5EF4-FFF2-40B4-BE49-F238E27FC236}">
                <a16:creationId xmlns:a16="http://schemas.microsoft.com/office/drawing/2014/main" id="{2BC508A1-D4C4-0D77-1850-469A5C0C47A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1336761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>
            <a:extLst>
              <a:ext uri="{FF2B5EF4-FFF2-40B4-BE49-F238E27FC236}">
                <a16:creationId xmlns:a16="http://schemas.microsoft.com/office/drawing/2014/main" id="{8327FFED-ECF9-4CAF-E0CB-2293FCC79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kumimoji="1" lang="ja-JP" altLang="en-US" dirty="0"/>
              <a:t>情報エレクトロニクス実験</a:t>
            </a:r>
            <a:r>
              <a:rPr kumimoji="1" lang="en-US" altLang="ja-JP" dirty="0"/>
              <a:t>Ⅲ</a:t>
            </a:r>
            <a:endParaRPr lang="ja-JP" altLang="en-US" dirty="0"/>
          </a:p>
        </p:txBody>
      </p:sp>
      <p:pic>
        <p:nvPicPr>
          <p:cNvPr id="14" name="コンテンツ プレースホルダー 13" descr="ボードに書き込んでいる人">
            <a:extLst>
              <a:ext uri="{FF2B5EF4-FFF2-40B4-BE49-F238E27FC236}">
                <a16:creationId xmlns:a16="http://schemas.microsoft.com/office/drawing/2014/main" id="{83205D29-F035-EB88-6D35-FA7075D9407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079" r="15338"/>
          <a:stretch/>
        </p:blipFill>
        <p:spPr>
          <a:xfrm>
            <a:off x="542636" y="1825624"/>
            <a:ext cx="3022599" cy="4344691"/>
          </a:xfrm>
        </p:spPr>
      </p:pic>
      <p:graphicFrame>
        <p:nvGraphicFramePr>
          <p:cNvPr id="6" name="コンテンツ プレースホルダー 5">
            <a:extLst>
              <a:ext uri="{FF2B5EF4-FFF2-40B4-BE49-F238E27FC236}">
                <a16:creationId xmlns:a16="http://schemas.microsoft.com/office/drawing/2014/main" id="{451C0847-A705-D397-5F28-3D02A4EEEBC3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1962474440"/>
              </p:ext>
            </p:extLst>
          </p:nvPr>
        </p:nvGraphicFramePr>
        <p:xfrm>
          <a:off x="4038599" y="1825625"/>
          <a:ext cx="7315199" cy="42976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499692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56F08-7A1E-18BC-8838-B772FBEF8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>
            <a:extLst>
              <a:ext uri="{FF2B5EF4-FFF2-40B4-BE49-F238E27FC236}">
                <a16:creationId xmlns:a16="http://schemas.microsoft.com/office/drawing/2014/main" id="{C760BA04-9106-3B63-3A80-5D0EA9C57FE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rtl="0"/>
            <a:r>
              <a:rPr lang="ja-JP" altLang="en-US" dirty="0"/>
              <a:t>担当部分の説明</a:t>
            </a:r>
            <a:endParaRPr lang="en-US" altLang="ja-JP" dirty="0"/>
          </a:p>
        </p:txBody>
      </p:sp>
      <p:sp>
        <p:nvSpPr>
          <p:cNvPr id="5" name="字幕 4">
            <a:extLst>
              <a:ext uri="{FF2B5EF4-FFF2-40B4-BE49-F238E27FC236}">
                <a16:creationId xmlns:a16="http://schemas.microsoft.com/office/drawing/2014/main" id="{B4921D32-B832-B89A-8130-DA1A73A8FF5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ja-JP" altLang="en-US" dirty="0"/>
              <a:t>自然言語処理</a:t>
            </a:r>
          </a:p>
        </p:txBody>
      </p:sp>
    </p:spTree>
    <p:extLst>
      <p:ext uri="{BB962C8B-B14F-4D97-AF65-F5344CB8AC3E}">
        <p14:creationId xmlns:p14="http://schemas.microsoft.com/office/powerpoint/2010/main" val="6607762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5FFE21D9-E013-D6B1-B4DB-40F53C273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担当部分の計画</a:t>
            </a:r>
          </a:p>
        </p:txBody>
      </p:sp>
      <p:pic>
        <p:nvPicPr>
          <p:cNvPr id="11" name="コンテンツ プレースホルダー 10" descr="ブループリントを持つ人">
            <a:extLst>
              <a:ext uri="{FF2B5EF4-FFF2-40B4-BE49-F238E27FC236}">
                <a16:creationId xmlns:a16="http://schemas.microsoft.com/office/drawing/2014/main" id="{B793D944-772E-9492-BA67-E701127C183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196" y="1825625"/>
            <a:ext cx="2864908" cy="4297363"/>
          </a:xfrm>
        </p:spPr>
      </p:pic>
      <p:graphicFrame>
        <p:nvGraphicFramePr>
          <p:cNvPr id="9" name="表プレースホルダー 8">
            <a:extLst>
              <a:ext uri="{FF2B5EF4-FFF2-40B4-BE49-F238E27FC236}">
                <a16:creationId xmlns:a16="http://schemas.microsoft.com/office/drawing/2014/main" id="{EE30B32A-AB4D-69ED-36B2-CCF8E5650C50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3653017896"/>
              </p:ext>
            </p:extLst>
          </p:nvPr>
        </p:nvGraphicFramePr>
        <p:xfrm>
          <a:off x="4038600" y="1825625"/>
          <a:ext cx="7315200" cy="222504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272309">
                  <a:extLst>
                    <a:ext uri="{9D8B030D-6E8A-4147-A177-3AD203B41FA5}">
                      <a16:colId xmlns:a16="http://schemas.microsoft.com/office/drawing/2014/main" val="611342440"/>
                    </a:ext>
                  </a:extLst>
                </a:gridCol>
                <a:gridCol w="6042891">
                  <a:extLst>
                    <a:ext uri="{9D8B030D-6E8A-4147-A177-3AD203B41FA5}">
                      <a16:colId xmlns:a16="http://schemas.microsoft.com/office/drawing/2014/main" val="36921169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日付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内容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9141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5/23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dirty="0"/>
                        <a:t>環境構築，分析手法１</a:t>
                      </a:r>
                      <a:r>
                        <a:rPr kumimoji="1" lang="en-US" altLang="ja-JP" dirty="0"/>
                        <a:t>(Term Frequency)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11351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5/30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dirty="0"/>
                        <a:t>分析手法２</a:t>
                      </a:r>
                      <a:r>
                        <a:rPr kumimoji="1" lang="en-US" altLang="ja-JP" dirty="0"/>
                        <a:t>(Inverse Document Frequency)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65378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6/6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分析手法３</a:t>
                      </a:r>
                      <a:r>
                        <a:rPr kumimoji="1" lang="en-US" altLang="ja-JP" dirty="0"/>
                        <a:t>(TF-IDF)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91307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6/13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dirty="0"/>
                        <a:t>処理結果の改善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57799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6/20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dirty="0"/>
                        <a:t>処理結果の改善，レポート作成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2456952"/>
                  </a:ext>
                </a:extLst>
              </a:tr>
            </a:tbl>
          </a:graphicData>
        </a:graphic>
      </p:graphicFrame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0B0EA500-038D-8403-72F1-53F2E7095789}"/>
              </a:ext>
            </a:extLst>
          </p:cNvPr>
          <p:cNvSpPr txBox="1"/>
          <p:nvPr/>
        </p:nvSpPr>
        <p:spPr>
          <a:xfrm>
            <a:off x="4038600" y="4553527"/>
            <a:ext cx="73152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最初の３回で，それぞれ異なる分析手法について実験を行いますが，分析手法２では分析手法１の，分析手法３では分析手法１と２の結果を使用します．</a:t>
            </a:r>
            <a:endParaRPr kumimoji="1" lang="en-US" altLang="ja-JP" dirty="0"/>
          </a:p>
          <a:p>
            <a:r>
              <a:rPr kumimoji="1" lang="ja-JP" altLang="en-US" dirty="0"/>
              <a:t>４，５回目では３つの分析手法の結果を踏まえて，手法の改善を行ってください．</a:t>
            </a:r>
            <a:endParaRPr kumimoji="1" lang="en-US" altLang="ja-JP" dirty="0"/>
          </a:p>
          <a:p>
            <a:r>
              <a:rPr kumimoji="1" lang="ja-JP" altLang="en-US" dirty="0"/>
              <a:t>５回の授業が終わったら，改善内容についてのレポートを提出してください．</a:t>
            </a:r>
          </a:p>
        </p:txBody>
      </p:sp>
    </p:spTree>
    <p:extLst>
      <p:ext uri="{BB962C8B-B14F-4D97-AF65-F5344CB8AC3E}">
        <p14:creationId xmlns:p14="http://schemas.microsoft.com/office/powerpoint/2010/main" val="18105433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DDB496-0472-D403-1A45-00217DDFB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504A55-8635-9FA1-C098-602D14C12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4803"/>
            <a:ext cx="10515600" cy="1472974"/>
          </a:xfrm>
          <a:noFill/>
        </p:spPr>
        <p:txBody>
          <a:bodyPr rtlCol="0" anchor="ctr"/>
          <a:lstStyle>
            <a:defPPr>
              <a:defRPr lang="ja-JP"/>
            </a:defPPr>
          </a:lstStyle>
          <a:p>
            <a:pPr rtl="0"/>
            <a:r>
              <a:rPr lang="ja-JP" altLang="en-US" dirty="0"/>
              <a:t>進め方</a:t>
            </a:r>
            <a:endParaRPr lang="ja-JP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873A6DF-0D2D-A707-88FA-50EFB33D4F6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838099"/>
            <a:ext cx="8012113" cy="4284889"/>
          </a:xfrm>
          <a:noFill/>
        </p:spPr>
        <p:txBody>
          <a:bodyPr vert="horz" lIns="91440" tIns="45720" rIns="91440" bIns="45720" rtlCol="0" anchor="t">
            <a:normAutofit/>
          </a:bodyPr>
          <a:lstStyle>
            <a:defPPr>
              <a:defRPr lang="ja-JP"/>
            </a:defPPr>
          </a:lstStyle>
          <a:p>
            <a:r>
              <a:rPr kumimoji="1" lang="en-US" altLang="ja-JP" dirty="0"/>
              <a:t>Teams</a:t>
            </a:r>
            <a:r>
              <a:rPr kumimoji="1" lang="ja-JP" altLang="en-US" dirty="0"/>
              <a:t>利用</a:t>
            </a:r>
            <a:endParaRPr kumimoji="1" lang="en-US" altLang="ja-JP" dirty="0"/>
          </a:p>
          <a:p>
            <a:pPr lvl="1"/>
            <a:r>
              <a:rPr lang="ja-JP" altLang="en-US" dirty="0"/>
              <a:t>毎回，実験時間には</a:t>
            </a:r>
            <a:r>
              <a:rPr lang="en-US" altLang="ja-JP" dirty="0"/>
              <a:t>Teams</a:t>
            </a:r>
            <a:r>
              <a:rPr lang="ja-JP" altLang="en-US" dirty="0"/>
              <a:t>会議を開催しますので参加するようにしてください．</a:t>
            </a:r>
            <a:r>
              <a:rPr lang="en-US" altLang="ja-JP" dirty="0"/>
              <a:t>Teams</a:t>
            </a:r>
            <a:r>
              <a:rPr lang="ja-JP" altLang="en-US" dirty="0"/>
              <a:t>会議への参加が授業への出席になります</a:t>
            </a:r>
            <a:endParaRPr kumimoji="1" lang="en-US" altLang="ja-JP" dirty="0"/>
          </a:p>
          <a:p>
            <a:pPr lvl="1"/>
            <a:r>
              <a:rPr lang="ja-JP" altLang="en-US" dirty="0"/>
              <a:t>資料，データのファイルは</a:t>
            </a:r>
            <a:r>
              <a:rPr lang="en-US" altLang="ja-JP" dirty="0"/>
              <a:t>Teams</a:t>
            </a:r>
            <a:r>
              <a:rPr lang="ja-JP" altLang="en-US" dirty="0"/>
              <a:t>で共有します</a:t>
            </a:r>
            <a:endParaRPr lang="en-US" altLang="ja-JP" dirty="0"/>
          </a:p>
          <a:p>
            <a:pPr lvl="1"/>
            <a:r>
              <a:rPr lang="ja-JP" altLang="en-US" dirty="0"/>
              <a:t>レポート提出も</a:t>
            </a:r>
            <a:r>
              <a:rPr lang="en-US" altLang="ja-JP" dirty="0"/>
              <a:t>Teams</a:t>
            </a:r>
            <a:r>
              <a:rPr lang="ja-JP" altLang="en-US" dirty="0"/>
              <a:t>の「課題」を使用します</a:t>
            </a:r>
            <a:endParaRPr kumimoji="1" lang="en-US" altLang="ja-JP" dirty="0"/>
          </a:p>
          <a:p>
            <a:r>
              <a:rPr lang="ja-JP" altLang="en-US" dirty="0"/>
              <a:t>資料</a:t>
            </a:r>
            <a:endParaRPr lang="en-US" altLang="ja-JP" dirty="0"/>
          </a:p>
          <a:p>
            <a:pPr lvl="1"/>
            <a:r>
              <a:rPr lang="ja-JP" altLang="en-US" dirty="0"/>
              <a:t>実験とレポートの作成は以下の資料を参照しながら進めてください</a:t>
            </a:r>
            <a:endParaRPr lang="en-US" altLang="ja-JP" dirty="0"/>
          </a:p>
          <a:p>
            <a:pPr lvl="1"/>
            <a:r>
              <a:rPr lang="ja-JP" altLang="en-US" dirty="0"/>
              <a:t>自然言語処理（テキスト）</a:t>
            </a:r>
            <a:r>
              <a:rPr lang="en-US" altLang="ja-JP" dirty="0"/>
              <a:t>2025.pdf</a:t>
            </a:r>
          </a:p>
          <a:p>
            <a:pPr lvl="1"/>
            <a:r>
              <a:rPr lang="ja-JP" altLang="en-US" dirty="0"/>
              <a:t>自然言語処理（レポート）</a:t>
            </a:r>
            <a:r>
              <a:rPr lang="en-US" altLang="ja-JP" dirty="0"/>
              <a:t>2025.pdf</a:t>
            </a:r>
          </a:p>
          <a:p>
            <a:pPr lvl="1"/>
            <a:r>
              <a:rPr kumimoji="1" lang="ja-JP" altLang="en-US" dirty="0"/>
              <a:t>補足で別の資料も使います</a:t>
            </a:r>
          </a:p>
        </p:txBody>
      </p:sp>
    </p:spTree>
    <p:extLst>
      <p:ext uri="{BB962C8B-B14F-4D97-AF65-F5344CB8AC3E}">
        <p14:creationId xmlns:p14="http://schemas.microsoft.com/office/powerpoint/2010/main" val="38780561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図プレースホルダー 5" descr="アパートの前の遊び場で遊んでいる少年&#10;">
            <a:extLst>
              <a:ext uri="{FF2B5EF4-FFF2-40B4-BE49-F238E27FC236}">
                <a16:creationId xmlns:a16="http://schemas.microsoft.com/office/drawing/2014/main" id="{46148692-01F9-F0AF-248D-A06D949F3145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/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3" name="タイトル 2">
            <a:extLst>
              <a:ext uri="{FF2B5EF4-FFF2-40B4-BE49-F238E27FC236}">
                <a16:creationId xmlns:a16="http://schemas.microsoft.com/office/drawing/2014/main" id="{A0034E89-1952-5288-08A0-70A4A73BE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8212" y="923544"/>
            <a:ext cx="6115576" cy="5010912"/>
          </a:xfrm>
          <a:noFill/>
        </p:spPr>
        <p:txBody>
          <a:bodyPr rtlCol="0" anchor="ctr"/>
          <a:lstStyle>
            <a:defPPr>
              <a:defRPr lang="ja-JP"/>
            </a:defPPr>
          </a:lstStyle>
          <a:p>
            <a:pPr rtl="0"/>
            <a:r>
              <a:rPr lang="ja-JP" altLang="en-US" dirty="0"/>
              <a:t>自然言語処理</a:t>
            </a:r>
            <a:br>
              <a:rPr lang="en-US" altLang="ja-JP" dirty="0"/>
            </a:br>
            <a:r>
              <a:rPr lang="ja-JP" altLang="en-US" dirty="0"/>
              <a:t>について</a:t>
            </a:r>
            <a:endParaRPr lang="ja-JP" dirty="0"/>
          </a:p>
        </p:txBody>
      </p:sp>
    </p:spTree>
    <p:extLst>
      <p:ext uri="{BB962C8B-B14F-4D97-AF65-F5344CB8AC3E}">
        <p14:creationId xmlns:p14="http://schemas.microsoft.com/office/powerpoint/2010/main" val="17561280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635F5E3-2B1C-7C0A-8581-67A9052D1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4803"/>
            <a:ext cx="10515600" cy="1472974"/>
          </a:xfrm>
          <a:noFill/>
        </p:spPr>
        <p:txBody>
          <a:bodyPr rtlCol="0" anchor="ctr"/>
          <a:lstStyle>
            <a:defPPr>
              <a:defRPr lang="ja-JP"/>
            </a:defPPr>
          </a:lstStyle>
          <a:p>
            <a:pPr rtl="0"/>
            <a:r>
              <a:rPr lang="ja-JP" altLang="en-US" dirty="0"/>
              <a:t>自然言語処理</a:t>
            </a:r>
            <a:endParaRPr lang="ja-JP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6A33159-D030-2F82-A142-F7594072831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838099"/>
            <a:ext cx="8012113" cy="4284889"/>
          </a:xfrm>
          <a:noFill/>
        </p:spPr>
        <p:txBody>
          <a:bodyPr vert="horz" lIns="91440" tIns="45720" rIns="91440" bIns="45720" rtlCol="0" anchor="t">
            <a:normAutofit/>
          </a:bodyPr>
          <a:lstStyle>
            <a:defPPr>
              <a:defRPr lang="ja-JP"/>
            </a:defPPr>
          </a:lstStyle>
          <a:p>
            <a:r>
              <a:rPr kumimoji="1" lang="en-US" altLang="ja-JP" dirty="0"/>
              <a:t>NLP: Natural Language Processing</a:t>
            </a:r>
          </a:p>
          <a:p>
            <a:r>
              <a:rPr kumimoji="1" lang="ja-JP" altLang="en-US" dirty="0"/>
              <a:t>自然言語：人間が通常，書いたり喋ったりする日本語や英語のこと</a:t>
            </a:r>
            <a:endParaRPr kumimoji="1" lang="en-US" altLang="ja-JP" dirty="0"/>
          </a:p>
          <a:p>
            <a:r>
              <a:rPr lang="ja-JP" altLang="en-US" dirty="0"/>
              <a:t>人工言語：プログラミング言語など</a:t>
            </a:r>
            <a:endParaRPr lang="en-US" altLang="ja-JP" dirty="0"/>
          </a:p>
          <a:p>
            <a:endParaRPr kumimoji="1" lang="en-US" altLang="ja-JP" dirty="0"/>
          </a:p>
          <a:p>
            <a:r>
              <a:rPr lang="ja-JP" altLang="en-US" dirty="0"/>
              <a:t>自然言語処理：人間が使っている言語（自然言語）をコンピュータで処理・分析する技術のこと</a:t>
            </a:r>
            <a:endParaRPr lang="en-US" altLang="ja-JP" dirty="0"/>
          </a:p>
          <a:p>
            <a:pPr lvl="1"/>
            <a:r>
              <a:rPr kumimoji="1" lang="ja-JP" altLang="en-US" dirty="0"/>
              <a:t>日本語入力，翻訳，音声認識，検索，チャットボット</a:t>
            </a:r>
          </a:p>
        </p:txBody>
      </p:sp>
    </p:spTree>
    <p:extLst>
      <p:ext uri="{BB962C8B-B14F-4D97-AF65-F5344CB8AC3E}">
        <p14:creationId xmlns:p14="http://schemas.microsoft.com/office/powerpoint/2010/main" val="36666746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CA5EE349-E405-7293-E4B8-000DDC97B6E5}"/>
              </a:ext>
            </a:extLst>
          </p:cNvPr>
          <p:cNvSpPr/>
          <p:nvPr/>
        </p:nvSpPr>
        <p:spPr>
          <a:xfrm>
            <a:off x="1038874" y="3669466"/>
            <a:ext cx="8419162" cy="272010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6390DE01-80DA-6B91-E864-BAF1E0860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形態素解析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ABE3FE0-0A83-AAAF-17C9-698D7D9A8D0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ja-JP" altLang="en-US" dirty="0"/>
              <a:t>言語を構成する最小単位である単語を切り出す技術</a:t>
            </a:r>
            <a:endParaRPr kumimoji="1" lang="en-US" altLang="ja-JP" dirty="0"/>
          </a:p>
          <a:p>
            <a:r>
              <a:rPr kumimoji="1" lang="ja-JP" altLang="en-US" dirty="0"/>
              <a:t>日本語は単語の区切りが無いため，重要な処理となる</a:t>
            </a:r>
            <a:endParaRPr kumimoji="1" lang="en-US" altLang="ja-JP" dirty="0"/>
          </a:p>
          <a:p>
            <a:r>
              <a:rPr kumimoji="1" lang="ja-JP" altLang="en-US" dirty="0"/>
              <a:t>本実験では形態素解析ソフトウェア（形態素解析器）として「</a:t>
            </a:r>
            <a:r>
              <a:rPr kumimoji="1" lang="en-US" altLang="ja-JP" dirty="0" err="1"/>
              <a:t>MeCab</a:t>
            </a:r>
            <a:r>
              <a:rPr kumimoji="1" lang="ja-JP" altLang="en-US" dirty="0"/>
              <a:t>」を使用する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113DBAE-AFD9-31EE-C598-317FCF5D53FF}"/>
              </a:ext>
            </a:extLst>
          </p:cNvPr>
          <p:cNvSpPr txBox="1"/>
          <p:nvPr/>
        </p:nvSpPr>
        <p:spPr>
          <a:xfrm>
            <a:off x="1269781" y="3853864"/>
            <a:ext cx="3306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私は今日バスケットボールをします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269ABB2-2FD5-6F5C-8B00-0642246D75E7}"/>
              </a:ext>
            </a:extLst>
          </p:cNvPr>
          <p:cNvSpPr txBox="1"/>
          <p:nvPr/>
        </p:nvSpPr>
        <p:spPr>
          <a:xfrm>
            <a:off x="1294135" y="4837689"/>
            <a:ext cx="38563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私</a:t>
            </a:r>
            <a:r>
              <a:rPr kumimoji="1" lang="en-US" altLang="ja-JP" dirty="0"/>
              <a:t>/</a:t>
            </a:r>
            <a:r>
              <a:rPr kumimoji="1" lang="ja-JP" altLang="en-US" dirty="0"/>
              <a:t>は</a:t>
            </a:r>
            <a:r>
              <a:rPr kumimoji="1" lang="en-US" altLang="ja-JP" dirty="0"/>
              <a:t>/</a:t>
            </a:r>
            <a:r>
              <a:rPr kumimoji="1" lang="ja-JP" altLang="en-US" dirty="0"/>
              <a:t>今日</a:t>
            </a:r>
            <a:r>
              <a:rPr kumimoji="1" lang="en-US" altLang="ja-JP" dirty="0"/>
              <a:t>/</a:t>
            </a:r>
            <a:r>
              <a:rPr kumimoji="1" lang="ja-JP" altLang="en-US" dirty="0"/>
              <a:t>バスケットボール</a:t>
            </a:r>
            <a:r>
              <a:rPr kumimoji="1" lang="en-US" altLang="ja-JP" dirty="0"/>
              <a:t>/</a:t>
            </a:r>
            <a:r>
              <a:rPr kumimoji="1" lang="ja-JP" altLang="en-US" dirty="0"/>
              <a:t>を</a:t>
            </a:r>
            <a:r>
              <a:rPr kumimoji="1" lang="en-US" altLang="ja-JP" dirty="0"/>
              <a:t>/</a:t>
            </a:r>
            <a:r>
              <a:rPr kumimoji="1" lang="ja-JP" altLang="en-US" dirty="0"/>
              <a:t>し</a:t>
            </a:r>
            <a:r>
              <a:rPr kumimoji="1" lang="en-US" altLang="ja-JP" dirty="0"/>
              <a:t>/</a:t>
            </a:r>
            <a:r>
              <a:rPr kumimoji="1" lang="ja-JP" altLang="en-US" dirty="0"/>
              <a:t>ます</a:t>
            </a:r>
          </a:p>
        </p:txBody>
      </p:sp>
      <p:sp>
        <p:nvSpPr>
          <p:cNvPr id="6" name="矢印: 下 5">
            <a:extLst>
              <a:ext uri="{FF2B5EF4-FFF2-40B4-BE49-F238E27FC236}">
                <a16:creationId xmlns:a16="http://schemas.microsoft.com/office/drawing/2014/main" id="{847645A3-B4E9-D639-6462-9A0B0B8BCF30}"/>
              </a:ext>
            </a:extLst>
          </p:cNvPr>
          <p:cNvSpPr/>
          <p:nvPr/>
        </p:nvSpPr>
        <p:spPr>
          <a:xfrm>
            <a:off x="2475344" y="4273732"/>
            <a:ext cx="452582" cy="600817"/>
          </a:xfrm>
          <a:prstGeom prst="downArrow">
            <a:avLst>
              <a:gd name="adj1" fmla="val 46923"/>
              <a:gd name="adj2" fmla="val 4538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81AAB3A-452E-CCCF-2424-661F43EF1DB9}"/>
              </a:ext>
            </a:extLst>
          </p:cNvPr>
          <p:cNvSpPr txBox="1"/>
          <p:nvPr/>
        </p:nvSpPr>
        <p:spPr>
          <a:xfrm>
            <a:off x="6645132" y="4321302"/>
            <a:ext cx="294640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私</a:t>
            </a:r>
            <a:r>
              <a:rPr kumimoji="1" lang="en-US" altLang="ja-JP" dirty="0"/>
              <a:t>	</a:t>
            </a:r>
            <a:r>
              <a:rPr kumimoji="1" lang="ja-JP" altLang="en-US" dirty="0"/>
              <a:t>名詞</a:t>
            </a:r>
            <a:endParaRPr kumimoji="1" lang="en-US" altLang="ja-JP" dirty="0"/>
          </a:p>
          <a:p>
            <a:r>
              <a:rPr kumimoji="1" lang="ja-JP" altLang="en-US" dirty="0"/>
              <a:t>は</a:t>
            </a:r>
            <a:r>
              <a:rPr kumimoji="1" lang="en-US" altLang="ja-JP" dirty="0"/>
              <a:t>	</a:t>
            </a:r>
            <a:r>
              <a:rPr kumimoji="1" lang="ja-JP" altLang="en-US" dirty="0"/>
              <a:t>助詞</a:t>
            </a:r>
            <a:endParaRPr kumimoji="1" lang="en-US" altLang="ja-JP" dirty="0"/>
          </a:p>
          <a:p>
            <a:r>
              <a:rPr kumimoji="1" lang="ja-JP" altLang="en-US" dirty="0"/>
              <a:t>今日</a:t>
            </a:r>
            <a:r>
              <a:rPr kumimoji="1" lang="en-US" altLang="ja-JP" dirty="0"/>
              <a:t>	</a:t>
            </a:r>
            <a:r>
              <a:rPr kumimoji="1" lang="ja-JP" altLang="en-US" dirty="0"/>
              <a:t>名詞</a:t>
            </a:r>
            <a:endParaRPr kumimoji="1" lang="en-US" altLang="ja-JP" dirty="0"/>
          </a:p>
          <a:p>
            <a:r>
              <a:rPr kumimoji="1" lang="ja-JP" altLang="en-US" dirty="0"/>
              <a:t>バスケットボール</a:t>
            </a:r>
            <a:r>
              <a:rPr kumimoji="1" lang="en-US" altLang="ja-JP" dirty="0"/>
              <a:t>	</a:t>
            </a:r>
            <a:r>
              <a:rPr kumimoji="1" lang="ja-JP" altLang="en-US" dirty="0"/>
              <a:t>名詞</a:t>
            </a:r>
            <a:endParaRPr kumimoji="1" lang="en-US" altLang="ja-JP" dirty="0"/>
          </a:p>
          <a:p>
            <a:r>
              <a:rPr kumimoji="1" lang="ja-JP" altLang="en-US" dirty="0"/>
              <a:t>を</a:t>
            </a:r>
            <a:r>
              <a:rPr kumimoji="1" lang="en-US" altLang="ja-JP" dirty="0"/>
              <a:t>	</a:t>
            </a:r>
            <a:r>
              <a:rPr kumimoji="1" lang="ja-JP" altLang="en-US" dirty="0"/>
              <a:t>助詞</a:t>
            </a:r>
            <a:endParaRPr kumimoji="1" lang="en-US" altLang="ja-JP" dirty="0"/>
          </a:p>
          <a:p>
            <a:r>
              <a:rPr kumimoji="1" lang="ja-JP" altLang="en-US" dirty="0"/>
              <a:t>し</a:t>
            </a:r>
            <a:r>
              <a:rPr kumimoji="1" lang="en-US" altLang="ja-JP" dirty="0"/>
              <a:t>	</a:t>
            </a:r>
            <a:r>
              <a:rPr kumimoji="1" lang="ja-JP" altLang="en-US" dirty="0"/>
              <a:t>動詞</a:t>
            </a:r>
            <a:endParaRPr kumimoji="1" lang="en-US" altLang="ja-JP" dirty="0"/>
          </a:p>
          <a:p>
            <a:r>
              <a:rPr kumimoji="1" lang="ja-JP" altLang="en-US" dirty="0"/>
              <a:t>ます</a:t>
            </a:r>
            <a:r>
              <a:rPr kumimoji="1" lang="en-US" altLang="ja-JP" dirty="0"/>
              <a:t>	</a:t>
            </a:r>
            <a:r>
              <a:rPr kumimoji="1" lang="ja-JP" altLang="en-US" dirty="0"/>
              <a:t>助動詞</a:t>
            </a:r>
          </a:p>
        </p:txBody>
      </p:sp>
      <p:sp>
        <p:nvSpPr>
          <p:cNvPr id="8" name="矢印: 右 7">
            <a:extLst>
              <a:ext uri="{FF2B5EF4-FFF2-40B4-BE49-F238E27FC236}">
                <a16:creationId xmlns:a16="http://schemas.microsoft.com/office/drawing/2014/main" id="{3D501141-DB4D-98E1-BE70-CAB59CD770B8}"/>
              </a:ext>
            </a:extLst>
          </p:cNvPr>
          <p:cNvSpPr/>
          <p:nvPr/>
        </p:nvSpPr>
        <p:spPr>
          <a:xfrm>
            <a:off x="5284032" y="4789373"/>
            <a:ext cx="840509" cy="48029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457451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95F030B-987E-4D20-52E1-77F8DB9310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4803"/>
            <a:ext cx="10515600" cy="1472974"/>
          </a:xfrm>
        </p:spPr>
        <p:txBody>
          <a:bodyPr anchor="ctr">
            <a:normAutofit/>
          </a:bodyPr>
          <a:lstStyle/>
          <a:p>
            <a:r>
              <a:rPr kumimoji="1" lang="ja-JP" altLang="en-US" dirty="0"/>
              <a:t>今回の実験では</a:t>
            </a:r>
          </a:p>
        </p:txBody>
      </p:sp>
      <p:graphicFrame>
        <p:nvGraphicFramePr>
          <p:cNvPr id="5" name="コンテンツ プレースホルダー 2">
            <a:extLst>
              <a:ext uri="{FF2B5EF4-FFF2-40B4-BE49-F238E27FC236}">
                <a16:creationId xmlns:a16="http://schemas.microsoft.com/office/drawing/2014/main" id="{2E5A4C74-03AB-ECEA-AFD7-119C1C92A6F8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732324302"/>
              </p:ext>
            </p:extLst>
          </p:nvPr>
        </p:nvGraphicFramePr>
        <p:xfrm>
          <a:off x="838200" y="1838099"/>
          <a:ext cx="8012113" cy="42848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245408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1AC4471-63DF-071B-D32E-192778939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err="1"/>
              <a:t>tf</a:t>
            </a:r>
            <a:r>
              <a:rPr kumimoji="1" lang="en-US" altLang="ja-JP" dirty="0"/>
              <a:t> (term frequency)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27E04C7-51DA-4B4F-FDC7-27327DBA126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endParaRPr kumimoji="1" lang="en-US" altLang="ja-JP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テキスト ボックス 3">
                <a:extLst>
                  <a:ext uri="{FF2B5EF4-FFF2-40B4-BE49-F238E27FC236}">
                    <a16:creationId xmlns:a16="http://schemas.microsoft.com/office/drawing/2014/main" id="{5B1363D8-847E-B1B3-4BA0-655790CC792B}"/>
                  </a:ext>
                </a:extLst>
              </p:cNvPr>
              <p:cNvSpPr txBox="1"/>
              <p:nvPr/>
            </p:nvSpPr>
            <p:spPr>
              <a:xfrm>
                <a:off x="400627" y="2837742"/>
                <a:ext cx="4703618" cy="104765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pt-BR" altLang="ja-JP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sSubSup>
                            <m:sSubSupPr>
                              <m:ctrlPr>
                                <a:rPr kumimoji="1" lang="pt-BR" altLang="ja-JP" sz="32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ja-JP" sz="3200" b="0" i="1" smtClean="0">
                                  <a:latin typeface="Cambria Math" panose="02040503050406030204" pitchFamily="18" charset="0"/>
                                </a:rPr>
                                <m:t>𝑡𝑓</m:t>
                              </m:r>
                            </m:e>
                            <m:sub>
                              <m:r>
                                <a:rPr kumimoji="1" lang="en-US" altLang="ja-JP" sz="32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kumimoji="1" lang="en-US" altLang="ja-JP" sz="32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p>
                          </m:sSubSup>
                        </m:sub>
                      </m:sSub>
                      <m:r>
                        <a:rPr kumimoji="1" lang="pt-BR" altLang="ja-JP" sz="32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pt-BR" altLang="ja-JP" sz="3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𝑡𝑓</m:t>
                          </m:r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nary>
                            <m:naryPr>
                              <m:chr m:val="∑"/>
                              <m:limLoc m:val="subSup"/>
                              <m:supHide m:val="on"/>
                              <m:ctrlPr>
                                <a:rPr kumimoji="1" lang="pt-BR" altLang="ja-JP" sz="320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9"/>
                                </m:rPr>
                                <a:rPr kumimoji="1" lang="en-US" altLang="ja-JP" sz="32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kumimoji="1" lang="ja-JP" altLang="en-US" sz="320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kumimoji="1" lang="en-US" altLang="ja-JP" sz="32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  <m:sup/>
                            <m:e>
                              <m:r>
                                <a:rPr kumimoji="1" lang="en-US" altLang="ja-JP" sz="3200" b="0" i="1" smtClean="0">
                                  <a:latin typeface="Cambria Math" panose="02040503050406030204" pitchFamily="18" charset="0"/>
                                </a:rPr>
                                <m:t>𝑡𝑓</m:t>
                              </m:r>
                              <m:r>
                                <a:rPr kumimoji="1" lang="en-US" altLang="ja-JP" sz="32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kumimoji="1" lang="en-US" altLang="ja-JP" sz="32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kumimoji="1" lang="en-US" altLang="ja-JP" sz="32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kumimoji="1" lang="en-US" altLang="ja-JP" sz="32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kumimoji="1" lang="en-US" altLang="ja-JP" sz="32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den>
                      </m:f>
                    </m:oMath>
                  </m:oMathPara>
                </a14:m>
                <a:endParaRPr kumimoji="1" lang="ja-JP" altLang="en-US" sz="3200" dirty="0"/>
              </a:p>
            </p:txBody>
          </p:sp>
        </mc:Choice>
        <mc:Fallback xmlns="">
          <p:sp>
            <p:nvSpPr>
              <p:cNvPr id="4" name="テキスト ボックス 3">
                <a:extLst>
                  <a:ext uri="{FF2B5EF4-FFF2-40B4-BE49-F238E27FC236}">
                    <a16:creationId xmlns:a16="http://schemas.microsoft.com/office/drawing/2014/main" id="{5B1363D8-847E-B1B3-4BA0-655790CC79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627" y="2837742"/>
                <a:ext cx="4703618" cy="104765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154CB750-EA2E-1199-4F7F-F4BF8A429BC0}"/>
              </a:ext>
            </a:extLst>
          </p:cNvPr>
          <p:cNvSpPr/>
          <p:nvPr/>
        </p:nvSpPr>
        <p:spPr>
          <a:xfrm>
            <a:off x="2752436" y="2776067"/>
            <a:ext cx="1332205" cy="53978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32FB602B-0BE2-81B9-CCB1-24461E8478BB}"/>
              </a:ext>
            </a:extLst>
          </p:cNvPr>
          <p:cNvSpPr/>
          <p:nvPr/>
        </p:nvSpPr>
        <p:spPr>
          <a:xfrm>
            <a:off x="2276764" y="3429000"/>
            <a:ext cx="2249054" cy="5636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吹き出し: 角を丸めた四角形 6">
            <a:extLst>
              <a:ext uri="{FF2B5EF4-FFF2-40B4-BE49-F238E27FC236}">
                <a16:creationId xmlns:a16="http://schemas.microsoft.com/office/drawing/2014/main" id="{F2AD3A08-F3E2-34B9-579A-C9B2E935344E}"/>
              </a:ext>
            </a:extLst>
          </p:cNvPr>
          <p:cNvSpPr/>
          <p:nvPr/>
        </p:nvSpPr>
        <p:spPr>
          <a:xfrm>
            <a:off x="789792" y="1779878"/>
            <a:ext cx="2155539" cy="883043"/>
          </a:xfrm>
          <a:prstGeom prst="wedgeRoundRectCallout">
            <a:avLst>
              <a:gd name="adj1" fmla="val 38895"/>
              <a:gd name="adj2" fmla="val 77030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ある単語が文書内に出現する回数</a:t>
            </a:r>
          </a:p>
        </p:txBody>
      </p:sp>
      <p:sp>
        <p:nvSpPr>
          <p:cNvPr id="8" name="吹き出し: 角を丸めた四角形 7">
            <a:extLst>
              <a:ext uri="{FF2B5EF4-FFF2-40B4-BE49-F238E27FC236}">
                <a16:creationId xmlns:a16="http://schemas.microsoft.com/office/drawing/2014/main" id="{88FF46B1-9A09-181D-4315-1E232A992DE9}"/>
              </a:ext>
            </a:extLst>
          </p:cNvPr>
          <p:cNvSpPr/>
          <p:nvPr/>
        </p:nvSpPr>
        <p:spPr>
          <a:xfrm>
            <a:off x="1059300" y="4428624"/>
            <a:ext cx="1886031" cy="521955"/>
          </a:xfrm>
          <a:prstGeom prst="wedgeRoundRectCallout">
            <a:avLst>
              <a:gd name="adj1" fmla="val 27650"/>
              <a:gd name="adj2" fmla="val -111034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文書の全単語数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CD3C3E8C-8E87-FC37-CDD2-2623F832D336}"/>
              </a:ext>
            </a:extLst>
          </p:cNvPr>
          <p:cNvSpPr txBox="1"/>
          <p:nvPr/>
        </p:nvSpPr>
        <p:spPr>
          <a:xfrm>
            <a:off x="6009987" y="1512832"/>
            <a:ext cx="5392221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私はラーメンが好きだ。特に味噌ラーメンが好きだ。醤油ラーメンはもっと好きだ。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7C12A3A4-299A-F164-325F-BB70772B3CD7}"/>
              </a:ext>
            </a:extLst>
          </p:cNvPr>
          <p:cNvSpPr txBox="1"/>
          <p:nvPr/>
        </p:nvSpPr>
        <p:spPr>
          <a:xfrm>
            <a:off x="5998877" y="2682247"/>
            <a:ext cx="5373938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私は</a:t>
            </a:r>
            <a:r>
              <a:rPr kumimoji="1" lang="en-US" altLang="ja-JP" dirty="0"/>
              <a:t>/</a:t>
            </a:r>
            <a:r>
              <a:rPr kumimoji="1" lang="ja-JP" altLang="en-US" dirty="0">
                <a:solidFill>
                  <a:srgbClr val="FF0000"/>
                </a:solidFill>
              </a:rPr>
              <a:t>ラーメン</a:t>
            </a:r>
            <a:r>
              <a:rPr kumimoji="1" lang="en-US" altLang="ja-JP" dirty="0"/>
              <a:t>/</a:t>
            </a:r>
            <a:r>
              <a:rPr kumimoji="1" lang="ja-JP" altLang="en-US" dirty="0"/>
              <a:t>が</a:t>
            </a:r>
            <a:r>
              <a:rPr kumimoji="1" lang="en-US" altLang="ja-JP" dirty="0"/>
              <a:t>/</a:t>
            </a:r>
            <a:r>
              <a:rPr kumimoji="1" lang="ja-JP" altLang="en-US" dirty="0"/>
              <a:t>好き</a:t>
            </a:r>
            <a:r>
              <a:rPr kumimoji="1" lang="en-US" altLang="ja-JP" dirty="0"/>
              <a:t>/</a:t>
            </a:r>
            <a:r>
              <a:rPr kumimoji="1" lang="ja-JP" altLang="en-US" dirty="0"/>
              <a:t>だ</a:t>
            </a:r>
            <a:r>
              <a:rPr kumimoji="1" lang="en-US" altLang="ja-JP" dirty="0"/>
              <a:t>/</a:t>
            </a:r>
            <a:r>
              <a:rPr kumimoji="1" lang="ja-JP" altLang="en-US" dirty="0"/>
              <a:t>。</a:t>
            </a:r>
            <a:r>
              <a:rPr kumimoji="1" lang="en-US" altLang="ja-JP" dirty="0"/>
              <a:t>/</a:t>
            </a:r>
            <a:r>
              <a:rPr kumimoji="1" lang="ja-JP" altLang="en-US" dirty="0"/>
              <a:t>特に</a:t>
            </a:r>
            <a:r>
              <a:rPr kumimoji="1" lang="en-US" altLang="ja-JP" dirty="0"/>
              <a:t>/</a:t>
            </a:r>
            <a:r>
              <a:rPr kumimoji="1" lang="ja-JP" altLang="en-US" dirty="0"/>
              <a:t>味噌</a:t>
            </a:r>
            <a:r>
              <a:rPr kumimoji="1" lang="en-US" altLang="ja-JP" dirty="0"/>
              <a:t>/</a:t>
            </a:r>
            <a:r>
              <a:rPr kumimoji="1" lang="ja-JP" altLang="en-US" dirty="0">
                <a:solidFill>
                  <a:srgbClr val="FF0000"/>
                </a:solidFill>
              </a:rPr>
              <a:t>ラーメン</a:t>
            </a:r>
            <a:r>
              <a:rPr kumimoji="1" lang="en-US" altLang="ja-JP" dirty="0"/>
              <a:t>/</a:t>
            </a:r>
            <a:r>
              <a:rPr kumimoji="1" lang="ja-JP" altLang="en-US" dirty="0"/>
              <a:t>が</a:t>
            </a:r>
            <a:r>
              <a:rPr kumimoji="1" lang="en-US" altLang="ja-JP" dirty="0"/>
              <a:t>/</a:t>
            </a:r>
            <a:r>
              <a:rPr kumimoji="1" lang="ja-JP" altLang="en-US" dirty="0"/>
              <a:t>好き</a:t>
            </a:r>
            <a:r>
              <a:rPr kumimoji="1" lang="en-US" altLang="ja-JP" dirty="0"/>
              <a:t>/</a:t>
            </a:r>
            <a:r>
              <a:rPr kumimoji="1" lang="ja-JP" altLang="en-US" dirty="0"/>
              <a:t>だ</a:t>
            </a:r>
            <a:r>
              <a:rPr kumimoji="1" lang="en-US" altLang="ja-JP" dirty="0"/>
              <a:t>/</a:t>
            </a:r>
            <a:r>
              <a:rPr kumimoji="1" lang="ja-JP" altLang="en-US" dirty="0"/>
              <a:t>。</a:t>
            </a:r>
            <a:r>
              <a:rPr kumimoji="1" lang="en-US" altLang="ja-JP" dirty="0"/>
              <a:t>/</a:t>
            </a:r>
            <a:r>
              <a:rPr kumimoji="1" lang="ja-JP" altLang="en-US" dirty="0"/>
              <a:t>醤油</a:t>
            </a:r>
            <a:r>
              <a:rPr kumimoji="1" lang="en-US" altLang="ja-JP" dirty="0"/>
              <a:t>/</a:t>
            </a:r>
            <a:r>
              <a:rPr kumimoji="1" lang="ja-JP" altLang="en-US" dirty="0">
                <a:solidFill>
                  <a:srgbClr val="FF0000"/>
                </a:solidFill>
              </a:rPr>
              <a:t>ラーメン</a:t>
            </a:r>
            <a:r>
              <a:rPr kumimoji="1" lang="en-US" altLang="ja-JP" dirty="0"/>
              <a:t>/</a:t>
            </a:r>
            <a:r>
              <a:rPr kumimoji="1" lang="ja-JP" altLang="en-US" dirty="0"/>
              <a:t>は</a:t>
            </a:r>
            <a:r>
              <a:rPr kumimoji="1" lang="en-US" altLang="ja-JP" dirty="0"/>
              <a:t>/</a:t>
            </a:r>
            <a:r>
              <a:rPr kumimoji="1" lang="ja-JP" altLang="en-US" dirty="0"/>
              <a:t>もっと</a:t>
            </a:r>
            <a:r>
              <a:rPr kumimoji="1" lang="en-US" altLang="ja-JP" dirty="0"/>
              <a:t>/</a:t>
            </a:r>
            <a:r>
              <a:rPr kumimoji="1" lang="ja-JP" altLang="en-US" dirty="0"/>
              <a:t>好き</a:t>
            </a:r>
            <a:r>
              <a:rPr kumimoji="1" lang="en-US" altLang="ja-JP" dirty="0"/>
              <a:t>/</a:t>
            </a:r>
            <a:r>
              <a:rPr kumimoji="1" lang="ja-JP" altLang="en-US" dirty="0"/>
              <a:t>だ</a:t>
            </a:r>
            <a:r>
              <a:rPr kumimoji="1" lang="en-US" altLang="ja-JP" dirty="0"/>
              <a:t>/</a:t>
            </a:r>
            <a:r>
              <a:rPr kumimoji="1" lang="ja-JP" altLang="en-US" dirty="0"/>
              <a:t>。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B9BBD3DB-99B2-4FAE-2219-B3B0DF7E86C4}"/>
                  </a:ext>
                </a:extLst>
              </p:cNvPr>
              <p:cNvSpPr txBox="1"/>
              <p:nvPr/>
            </p:nvSpPr>
            <p:spPr>
              <a:xfrm>
                <a:off x="5664560" y="5527492"/>
                <a:ext cx="6189753" cy="89434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kumimoji="1" lang="ja-JP" altLang="en-US" dirty="0"/>
                  <a:t>文書中で単語「ラーメン」の</a:t>
                </a:r>
                <a:r>
                  <a:rPr kumimoji="1" lang="en-US" altLang="ja-JP" dirty="0" err="1"/>
                  <a:t>tf</a:t>
                </a:r>
                <a:r>
                  <a:rPr kumimoji="1" lang="ja-JP" altLang="en-US" dirty="0"/>
                  <a:t>は</a:t>
                </a:r>
                <a:endParaRPr kumimoji="1" lang="en-US" altLang="ja-JP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en-US" altLang="ja-JP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3+3+3+3+2+2+1+1+1+1+1</m:t>
                          </m:r>
                        </m:den>
                      </m:f>
                      <m:r>
                        <a:rPr kumimoji="1" lang="en-US" altLang="ja-JP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kumimoji="1" lang="en-US" altLang="ja-JP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0.142857……</m:t>
                      </m:r>
                    </m:oMath>
                  </m:oMathPara>
                </a14:m>
                <a:endParaRPr kumimoji="1" lang="ja-JP" altLang="en-US" dirty="0"/>
              </a:p>
            </p:txBody>
          </p:sp>
        </mc:Choice>
        <mc:Fallback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B9BBD3DB-99B2-4FAE-2219-B3B0DF7E86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4560" y="5527492"/>
                <a:ext cx="6189753" cy="894347"/>
              </a:xfrm>
              <a:prstGeom prst="rect">
                <a:avLst/>
              </a:prstGeom>
              <a:blipFill>
                <a:blip r:embed="rId3"/>
                <a:stretch>
                  <a:fillRect l="-688" t="-270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F20B532E-A862-8417-3C39-161DE08D4486}"/>
              </a:ext>
            </a:extLst>
          </p:cNvPr>
          <p:cNvSpPr txBox="1"/>
          <p:nvPr/>
        </p:nvSpPr>
        <p:spPr>
          <a:xfrm>
            <a:off x="6009987" y="3855032"/>
            <a:ext cx="1577112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solidFill>
                  <a:srgbClr val="FF0000"/>
                </a:solidFill>
              </a:rPr>
              <a:t>ラーメン</a:t>
            </a:r>
            <a:r>
              <a:rPr kumimoji="1" lang="en-US" altLang="ja-JP" dirty="0">
                <a:solidFill>
                  <a:srgbClr val="FF0000"/>
                </a:solidFill>
              </a:rPr>
              <a:t>	3</a:t>
            </a:r>
          </a:p>
          <a:p>
            <a:r>
              <a:rPr kumimoji="1" lang="ja-JP" altLang="en-US" dirty="0"/>
              <a:t>好き</a:t>
            </a:r>
            <a:r>
              <a:rPr kumimoji="1" lang="en-US" altLang="ja-JP" dirty="0"/>
              <a:t>	3</a:t>
            </a:r>
          </a:p>
          <a:p>
            <a:r>
              <a:rPr kumimoji="1" lang="ja-JP" altLang="en-US" dirty="0"/>
              <a:t>だ</a:t>
            </a:r>
            <a:r>
              <a:rPr kumimoji="1" lang="en-US" altLang="ja-JP" dirty="0"/>
              <a:t>	3</a:t>
            </a:r>
          </a:p>
          <a:p>
            <a:r>
              <a:rPr kumimoji="1" lang="ja-JP" altLang="en-US" dirty="0"/>
              <a:t>。</a:t>
            </a:r>
            <a:r>
              <a:rPr kumimoji="1" lang="en-US" altLang="ja-JP" dirty="0"/>
              <a:t>	3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62A90D77-5B3E-C9A0-1887-1D4B12B1C102}"/>
              </a:ext>
            </a:extLst>
          </p:cNvPr>
          <p:cNvSpPr txBox="1"/>
          <p:nvPr/>
        </p:nvSpPr>
        <p:spPr>
          <a:xfrm>
            <a:off x="7587100" y="3855032"/>
            <a:ext cx="1577112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は</a:t>
            </a:r>
            <a:r>
              <a:rPr kumimoji="1" lang="en-US" altLang="ja-JP" dirty="0"/>
              <a:t>	2</a:t>
            </a:r>
          </a:p>
          <a:p>
            <a:r>
              <a:rPr kumimoji="1" lang="ja-JP" altLang="en-US" dirty="0"/>
              <a:t>が</a:t>
            </a:r>
            <a:r>
              <a:rPr kumimoji="1" lang="en-US" altLang="ja-JP" dirty="0"/>
              <a:t>	2</a:t>
            </a:r>
            <a:endParaRPr kumimoji="1" lang="ja-JP" altLang="en-US" dirty="0"/>
          </a:p>
          <a:p>
            <a:r>
              <a:rPr kumimoji="1" lang="ja-JP" altLang="en-US" dirty="0"/>
              <a:t>私</a:t>
            </a:r>
            <a:r>
              <a:rPr kumimoji="1" lang="en-US" altLang="ja-JP" dirty="0"/>
              <a:t>	1</a:t>
            </a:r>
          </a:p>
          <a:p>
            <a:r>
              <a:rPr kumimoji="1" lang="ja-JP" altLang="en-US" dirty="0"/>
              <a:t>特に</a:t>
            </a:r>
            <a:r>
              <a:rPr kumimoji="1" lang="en-US" altLang="ja-JP" dirty="0"/>
              <a:t>	1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9BB0E988-97DD-72AD-FF48-D8873D1F56E1}"/>
              </a:ext>
            </a:extLst>
          </p:cNvPr>
          <p:cNvSpPr txBox="1"/>
          <p:nvPr/>
        </p:nvSpPr>
        <p:spPr>
          <a:xfrm>
            <a:off x="9164212" y="3855032"/>
            <a:ext cx="1577112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味噌</a:t>
            </a:r>
            <a:r>
              <a:rPr kumimoji="1" lang="en-US" altLang="ja-JP" dirty="0"/>
              <a:t>	1</a:t>
            </a:r>
          </a:p>
          <a:p>
            <a:r>
              <a:rPr kumimoji="1" lang="ja-JP" altLang="en-US" dirty="0"/>
              <a:t>醤油</a:t>
            </a:r>
            <a:r>
              <a:rPr kumimoji="1" lang="en-US" altLang="ja-JP" dirty="0"/>
              <a:t>	1</a:t>
            </a:r>
          </a:p>
          <a:p>
            <a:r>
              <a:rPr kumimoji="1" lang="ja-JP" altLang="en-US" dirty="0"/>
              <a:t>もっと</a:t>
            </a:r>
            <a:r>
              <a:rPr kumimoji="1" lang="en-US" altLang="ja-JP" dirty="0"/>
              <a:t>	1</a:t>
            </a:r>
          </a:p>
          <a:p>
            <a:endParaRPr kumimoji="1" lang="ja-JP" altLang="en-US" dirty="0"/>
          </a:p>
        </p:txBody>
      </p:sp>
      <p:sp>
        <p:nvSpPr>
          <p:cNvPr id="12" name="矢印: 下 11">
            <a:extLst>
              <a:ext uri="{FF2B5EF4-FFF2-40B4-BE49-F238E27FC236}">
                <a16:creationId xmlns:a16="http://schemas.microsoft.com/office/drawing/2014/main" id="{A3857776-F319-4C54-AE52-E7B425D64766}"/>
              </a:ext>
            </a:extLst>
          </p:cNvPr>
          <p:cNvSpPr/>
          <p:nvPr/>
        </p:nvSpPr>
        <p:spPr>
          <a:xfrm>
            <a:off x="8544961" y="2248780"/>
            <a:ext cx="375386" cy="340481"/>
          </a:xfrm>
          <a:prstGeom prst="downArrow">
            <a:avLst>
              <a:gd name="adj1" fmla="val 34616"/>
              <a:gd name="adj2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矢印: 下 15">
            <a:extLst>
              <a:ext uri="{FF2B5EF4-FFF2-40B4-BE49-F238E27FC236}">
                <a16:creationId xmlns:a16="http://schemas.microsoft.com/office/drawing/2014/main" id="{84D5C36B-A61B-0C9E-E216-E7E93D574AEA}"/>
              </a:ext>
            </a:extLst>
          </p:cNvPr>
          <p:cNvSpPr/>
          <p:nvPr/>
        </p:nvSpPr>
        <p:spPr>
          <a:xfrm>
            <a:off x="8544961" y="3421564"/>
            <a:ext cx="375386" cy="340481"/>
          </a:xfrm>
          <a:prstGeom prst="downArrow">
            <a:avLst>
              <a:gd name="adj1" fmla="val 34616"/>
              <a:gd name="adj2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矢印: 下 16">
            <a:extLst>
              <a:ext uri="{FF2B5EF4-FFF2-40B4-BE49-F238E27FC236}">
                <a16:creationId xmlns:a16="http://schemas.microsoft.com/office/drawing/2014/main" id="{26FF1626-C000-2D92-123A-0CD0B553E699}"/>
              </a:ext>
            </a:extLst>
          </p:cNvPr>
          <p:cNvSpPr/>
          <p:nvPr/>
        </p:nvSpPr>
        <p:spPr>
          <a:xfrm>
            <a:off x="8544961" y="5113582"/>
            <a:ext cx="375386" cy="340481"/>
          </a:xfrm>
          <a:prstGeom prst="downArrow">
            <a:avLst>
              <a:gd name="adj1" fmla="val 34616"/>
              <a:gd name="adj2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28326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E589EB-D914-5E75-9598-BA4A0A240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>
            <a:extLst>
              <a:ext uri="{FF2B5EF4-FFF2-40B4-BE49-F238E27FC236}">
                <a16:creationId xmlns:a16="http://schemas.microsoft.com/office/drawing/2014/main" id="{D4DDB9E4-46BF-51B8-4511-33FDBCB51EF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rtl="0"/>
            <a:r>
              <a:rPr lang="ja-JP" altLang="en-US" dirty="0"/>
              <a:t>本日の実験の説明</a:t>
            </a:r>
            <a:endParaRPr lang="en-US" altLang="ja-JP" dirty="0"/>
          </a:p>
        </p:txBody>
      </p:sp>
      <p:sp>
        <p:nvSpPr>
          <p:cNvPr id="5" name="字幕 4">
            <a:extLst>
              <a:ext uri="{FF2B5EF4-FFF2-40B4-BE49-F238E27FC236}">
                <a16:creationId xmlns:a16="http://schemas.microsoft.com/office/drawing/2014/main" id="{AF6E1621-4EA8-06B3-3000-8C878B99019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4824746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>
            <a:extLst>
              <a:ext uri="{FF2B5EF4-FFF2-40B4-BE49-F238E27FC236}">
                <a16:creationId xmlns:a16="http://schemas.microsoft.com/office/drawing/2014/main" id="{E8965689-04BF-3F3E-6AFB-CEAC2DB3D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4803"/>
            <a:ext cx="10515600" cy="1472974"/>
          </a:xfrm>
        </p:spPr>
        <p:txBody>
          <a:bodyPr anchor="ctr">
            <a:normAutofit/>
          </a:bodyPr>
          <a:lstStyle/>
          <a:p>
            <a:r>
              <a:rPr lang="ja-JP" altLang="en-US" dirty="0"/>
              <a:t>環境構築</a:t>
            </a:r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0333BE67-FC8C-D860-2360-4D42DD91A63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838099"/>
            <a:ext cx="8012113" cy="4284889"/>
          </a:xfrm>
        </p:spPr>
        <p:txBody>
          <a:bodyPr>
            <a:normAutofit/>
          </a:bodyPr>
          <a:lstStyle/>
          <a:p>
            <a:r>
              <a:rPr lang="ja-JP" altLang="en-US" sz="2000" dirty="0"/>
              <a:t>開発環境：</a:t>
            </a:r>
            <a:r>
              <a:rPr lang="en-US" altLang="ja-JP" sz="2000" dirty="0"/>
              <a:t>Eclipse</a:t>
            </a:r>
            <a:r>
              <a:rPr lang="ja-JP" altLang="en-US" sz="2000" dirty="0"/>
              <a:t>＋</a:t>
            </a:r>
            <a:r>
              <a:rPr lang="en-US" altLang="ja-JP" sz="2000" dirty="0"/>
              <a:t>Java</a:t>
            </a:r>
          </a:p>
          <a:p>
            <a:r>
              <a:rPr lang="ja-JP" altLang="en-US" sz="2000" dirty="0"/>
              <a:t>形態要素解析器：</a:t>
            </a:r>
            <a:r>
              <a:rPr lang="en-US" altLang="ja-JP" sz="2000" dirty="0" err="1"/>
              <a:t>MeCab</a:t>
            </a:r>
            <a:endParaRPr lang="en-US" altLang="ja-JP" sz="2000" dirty="0"/>
          </a:p>
          <a:p>
            <a:pPr lvl="1"/>
            <a:r>
              <a:rPr lang="ja-JP" altLang="en-US" sz="2000" dirty="0"/>
              <a:t>インストール</a:t>
            </a:r>
            <a:endParaRPr lang="en-US" altLang="ja-JP" sz="2000" dirty="0"/>
          </a:p>
          <a:p>
            <a:pPr lvl="1"/>
            <a:r>
              <a:rPr lang="en-US" altLang="ja-JP" sz="2000" dirty="0"/>
              <a:t>Windows</a:t>
            </a:r>
            <a:r>
              <a:rPr lang="ja-JP" altLang="en-US" sz="2000" dirty="0"/>
              <a:t>環境変数へのパス追加</a:t>
            </a:r>
            <a:endParaRPr lang="en-US" altLang="ja-JP" sz="2000" dirty="0"/>
          </a:p>
          <a:p>
            <a:pPr lvl="1"/>
            <a:r>
              <a:rPr lang="ja-JP" altLang="en-US" sz="2000" dirty="0"/>
              <a:t>「</a:t>
            </a:r>
            <a:r>
              <a:rPr lang="en-US" altLang="ja-JP" sz="2000" dirty="0" err="1"/>
              <a:t>MeCab</a:t>
            </a:r>
            <a:r>
              <a:rPr lang="ja-JP" altLang="en-US" sz="2000" dirty="0"/>
              <a:t>インストール手順</a:t>
            </a:r>
            <a:r>
              <a:rPr lang="en-US" altLang="ja-JP" sz="2000" dirty="0"/>
              <a:t>.xlsx</a:t>
            </a:r>
            <a:r>
              <a:rPr lang="ja-JP" altLang="en-US" sz="2000" dirty="0"/>
              <a:t>」 を参照</a:t>
            </a:r>
            <a:endParaRPr lang="en-US" altLang="ja-JP" sz="2000" dirty="0"/>
          </a:p>
        </p:txBody>
      </p:sp>
    </p:spTree>
    <p:extLst>
      <p:ext uri="{BB962C8B-B14F-4D97-AF65-F5344CB8AC3E}">
        <p14:creationId xmlns:p14="http://schemas.microsoft.com/office/powerpoint/2010/main" val="17488471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>
            <a:extLst>
              <a:ext uri="{FF2B5EF4-FFF2-40B4-BE49-F238E27FC236}">
                <a16:creationId xmlns:a16="http://schemas.microsoft.com/office/drawing/2014/main" id="{82513E45-4F5C-9394-1D42-7FB6C0170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2118" y="262762"/>
            <a:ext cx="5507421" cy="1729667"/>
          </a:xfrm>
        </p:spPr>
        <p:txBody>
          <a:bodyPr rtlCol="0" anchor="b">
            <a:normAutofit/>
          </a:bodyPr>
          <a:lstStyle>
            <a:defPPr>
              <a:defRPr lang="ja-JP"/>
            </a:defPPr>
          </a:lstStyle>
          <a:p>
            <a:pPr rtl="0"/>
            <a:r>
              <a:rPr lang="ja-JP" altLang="en-US" dirty="0"/>
              <a:t>プログラムの作成</a:t>
            </a:r>
            <a:endParaRPr lang="ja-JP" dirty="0"/>
          </a:p>
        </p:txBody>
      </p:sp>
      <p:pic>
        <p:nvPicPr>
          <p:cNvPr id="10" name="コンテンツ プレースホルダー 10" descr="世界地図を見ている子供">
            <a:extLst>
              <a:ext uri="{FF2B5EF4-FFF2-40B4-BE49-F238E27FC236}">
                <a16:creationId xmlns:a16="http://schemas.microsoft.com/office/drawing/2014/main" id="{BDDFC830-574D-79C7-544E-026A2E301E99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20" b="120"/>
          <a:stretch/>
        </p:blipFill>
        <p:spPr>
          <a:xfrm>
            <a:off x="707393" y="847600"/>
            <a:ext cx="4619625" cy="4617720"/>
          </a:xfrm>
        </p:spPr>
      </p:pic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55C37F52-5C08-7C02-C9CA-E2AD930A95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2118" y="2204185"/>
            <a:ext cx="5507421" cy="3995560"/>
          </a:xfrm>
        </p:spPr>
        <p:txBody>
          <a:bodyPr rtlCol="0">
            <a:normAutofit/>
          </a:bodyPr>
          <a:lstStyle>
            <a:defPPr>
              <a:defRPr lang="ja-JP"/>
            </a:defPPr>
          </a:lstStyle>
          <a:p>
            <a:r>
              <a:rPr lang="ja-JP" altLang="en-US" dirty="0"/>
              <a:t>「自然言語処理（テキスト）</a:t>
            </a:r>
            <a:r>
              <a:rPr lang="en-US" altLang="ja-JP" dirty="0"/>
              <a:t>2025.pdf</a:t>
            </a:r>
            <a:r>
              <a:rPr lang="ja-JP" altLang="en-US" dirty="0"/>
              <a:t>」に従って，分析手法１</a:t>
            </a:r>
            <a:r>
              <a:rPr lang="en-US" altLang="ja-JP" dirty="0"/>
              <a:t>(term frequency)</a:t>
            </a:r>
            <a:r>
              <a:rPr lang="ja-JP" altLang="en-US" dirty="0"/>
              <a:t>の実装を行ってください．</a:t>
            </a:r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実験データ（</a:t>
            </a:r>
            <a:r>
              <a:rPr lang="en-US" altLang="ja-JP" dirty="0"/>
              <a:t>100</a:t>
            </a:r>
            <a:r>
              <a:rPr lang="ja-JP" altLang="en-US" dirty="0"/>
              <a:t>件のテキストファイル）は，</a:t>
            </a:r>
            <a:r>
              <a:rPr lang="en-US" altLang="ja-JP" dirty="0"/>
              <a:t>Teams</a:t>
            </a:r>
            <a:r>
              <a:rPr lang="ja-JP" altLang="en-US" dirty="0"/>
              <a:t>のフォルダにある</a:t>
            </a:r>
            <a:r>
              <a:rPr lang="en-US" altLang="ja-JP" dirty="0"/>
              <a:t>data.zip</a:t>
            </a:r>
            <a:r>
              <a:rPr lang="ja-JP" altLang="en-US" dirty="0"/>
              <a:t>を解凍して使ってください．</a:t>
            </a:r>
            <a:endParaRPr lang="en-US" altLang="ja-JP" dirty="0"/>
          </a:p>
          <a:p>
            <a:pPr rtl="0"/>
            <a:endParaRPr lang="ja-JP" dirty="0"/>
          </a:p>
        </p:txBody>
      </p:sp>
    </p:spTree>
    <p:extLst>
      <p:ext uri="{BB962C8B-B14F-4D97-AF65-F5344CB8AC3E}">
        <p14:creationId xmlns:p14="http://schemas.microsoft.com/office/powerpoint/2010/main" val="32939243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8BAC361-0D7A-DC05-86B5-6DD77D322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876" y="764502"/>
            <a:ext cx="5315035" cy="5328996"/>
          </a:xfrm>
          <a:noFill/>
        </p:spPr>
        <p:txBody>
          <a:bodyPr rtlCol="0"/>
          <a:lstStyle>
            <a:defPPr>
              <a:defRPr lang="ja-JP"/>
            </a:defPPr>
          </a:lstStyle>
          <a:p>
            <a:pPr rtl="0"/>
            <a:r>
              <a:rPr lang="ja-JP"/>
              <a:t>ありがとうございます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BE98EFF-197D-3136-70B9-7BBD30A489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5455" y="755171"/>
            <a:ext cx="4619937" cy="5315035"/>
          </a:xfrm>
          <a:noFill/>
        </p:spPr>
        <p:txBody>
          <a:bodyPr rtlCol="0">
            <a:normAutofit/>
          </a:bodyPr>
          <a:lstStyle>
            <a:defPPr>
              <a:defRPr lang="ja-JP"/>
            </a:defPPr>
          </a:lstStyle>
          <a:p>
            <a:pPr rtl="0"/>
            <a:r>
              <a:rPr lang="ja-JP" altLang="en-US" dirty="0"/>
              <a:t>質問がありましたら，手を挙げてください</a:t>
            </a:r>
            <a:endParaRPr lang="ja-JP" dirty="0"/>
          </a:p>
        </p:txBody>
      </p:sp>
    </p:spTree>
    <p:extLst>
      <p:ext uri="{BB962C8B-B14F-4D97-AF65-F5344CB8AC3E}">
        <p14:creationId xmlns:p14="http://schemas.microsoft.com/office/powerpoint/2010/main" val="1562484837"/>
      </p:ext>
    </p:extLst>
  </p:cSld>
  <p:clrMapOvr>
    <a:masterClrMapping/>
  </p:clrMapOvr>
</p:sld>
</file>

<file path=ppt/theme/theme1.xml><?xml version="1.0" encoding="utf-8"?>
<a:theme xmlns:a="http://schemas.openxmlformats.org/drawingml/2006/main" name="ユーザー設定">
  <a:themeElements>
    <a:clrScheme name="TM78504181">
      <a:dk1>
        <a:srgbClr val="000000"/>
      </a:dk1>
      <a:lt1>
        <a:srgbClr val="FFFFFF"/>
      </a:lt1>
      <a:dk2>
        <a:srgbClr val="FFF8F4"/>
      </a:dk2>
      <a:lt2>
        <a:srgbClr val="E8E8E8"/>
      </a:lt2>
      <a:accent1>
        <a:srgbClr val="EE7660"/>
      </a:accent1>
      <a:accent2>
        <a:srgbClr val="4D90EF"/>
      </a:accent2>
      <a:accent3>
        <a:srgbClr val="5B5160"/>
      </a:accent3>
      <a:accent4>
        <a:srgbClr val="2BC2B4"/>
      </a:accent4>
      <a:accent5>
        <a:srgbClr val="C097F8"/>
      </a:accent5>
      <a:accent6>
        <a:srgbClr val="FF9413"/>
      </a:accent6>
      <a:hlink>
        <a:srgbClr val="467886"/>
      </a:hlink>
      <a:folHlink>
        <a:srgbClr val="96607D"/>
      </a:folHlink>
    </a:clrScheme>
    <a:fontScheme name="Custom 49">
      <a:majorFont>
        <a:latin typeface="Meiryo UI "/>
        <a:ea typeface=""/>
        <a:cs typeface="Meiryo UI "/>
      </a:majorFont>
      <a:minorFont>
        <a:latin typeface="Meiryo UI "/>
        <a:ea typeface=""/>
        <a:cs typeface="Meiryo UI 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M78504181_Win32_SL_V11" id="{D9600F65-346D-4C25-A611-673E5C44A142}" vid="{299F2556-E258-444F-A1E6-FA759CE22851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eiryo UI " panose="020F0302020204030204"/>
        <a:ea typeface=""/>
        <a:cs typeface="Meiryo UI 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 UI " panose="020F0502020204030204"/>
        <a:ea typeface=""/>
        <a:cs typeface="Meiryo UI 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Meiryo UI " panose="02110004020202020204"/>
        <a:ea typeface=""/>
        <a:cs typeface="Meiryo UI 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 UI " panose="02110004020202020204"/>
        <a:ea typeface=""/>
        <a:cs typeface="Meiryo UI 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7DD86D533EE7034FBF9AD53B90DF1513" ma:contentTypeVersion="0" ma:contentTypeDescription="新しいドキュメントを作成します。" ma:contentTypeScope="" ma:versionID="d0b60bb134dc24aff550887b3abc1a6b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0cd854ec148d7fa3f28b696a2ee3dff9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3165DE6-2DCE-44FC-94B7-A499559DBF88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67FFD73E-D96B-4428-99CD-717A4897D3B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6B24116-3347-422B-B8C2-E9033882CA89}"/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398</TotalTime>
  <Words>780</Words>
  <Application>Microsoft Office PowerPoint</Application>
  <PresentationFormat>ワイド画面</PresentationFormat>
  <Paragraphs>120</Paragraphs>
  <Slides>18</Slides>
  <Notes>8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18</vt:i4>
      </vt:variant>
    </vt:vector>
  </HeadingPairs>
  <TitlesOfParts>
    <vt:vector size="23" baseType="lpstr">
      <vt:lpstr>Meiryo UI</vt:lpstr>
      <vt:lpstr>Meiryo UI </vt:lpstr>
      <vt:lpstr>Arial</vt:lpstr>
      <vt:lpstr>Cambria Math</vt:lpstr>
      <vt:lpstr>ユーザー設定</vt:lpstr>
      <vt:lpstr>情報エレクトロニクス実験Ⅲ 情報コース</vt:lpstr>
      <vt:lpstr>本日の予定</vt:lpstr>
      <vt:lpstr>自己紹介</vt:lpstr>
      <vt:lpstr>自己紹介</vt:lpstr>
      <vt:lpstr>情報エレクトロニクス実験Ⅲの計画</vt:lpstr>
      <vt:lpstr>情報エレクトロニクス実験Ⅲ</vt:lpstr>
      <vt:lpstr>担当部分の説明</vt:lpstr>
      <vt:lpstr>担当部分の計画</vt:lpstr>
      <vt:lpstr>進め方</vt:lpstr>
      <vt:lpstr>自然言語処理 について</vt:lpstr>
      <vt:lpstr>自然言語処理</vt:lpstr>
      <vt:lpstr>形態素解析</vt:lpstr>
      <vt:lpstr>今回の実験では</vt:lpstr>
      <vt:lpstr>tf (term frequency)</vt:lpstr>
      <vt:lpstr>本日の実験の説明</vt:lpstr>
      <vt:lpstr>環境構築</vt:lpstr>
      <vt:lpstr>プログラムの作成</vt:lpstr>
      <vt:lpstr>ありがとうございます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藤澤 孝敏_長野</cp:lastModifiedBy>
  <cp:revision>11</cp:revision>
  <dcterms:created xsi:type="dcterms:W3CDTF">2024-01-11T14:50:00Z</dcterms:created>
  <dcterms:modified xsi:type="dcterms:W3CDTF">2025-05-22T06:54:16Z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0x0101007DD86D533EE7034FBF9AD53B90DF1513</vt:lpwstr>
  </property>
</Properties>
</file>